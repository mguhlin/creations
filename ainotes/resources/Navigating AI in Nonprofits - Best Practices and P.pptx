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6.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93" r:id="rId2"/>
  </p:sldMasterIdLst>
  <p:notesMasterIdLst>
    <p:notesMasterId r:id="rId89"/>
  </p:notesMasterIdLst>
  <p:sldIdLst>
    <p:sldId id="362" r:id="rId3"/>
    <p:sldId id="257" r:id="rId4"/>
    <p:sldId id="259" r:id="rId5"/>
    <p:sldId id="258" r:id="rId6"/>
    <p:sldId id="391" r:id="rId7"/>
    <p:sldId id="341" r:id="rId8"/>
    <p:sldId id="346" r:id="rId9"/>
    <p:sldId id="347" r:id="rId10"/>
    <p:sldId id="348" r:id="rId11"/>
    <p:sldId id="349" r:id="rId12"/>
    <p:sldId id="350" r:id="rId13"/>
    <p:sldId id="351" r:id="rId14"/>
    <p:sldId id="260" r:id="rId15"/>
    <p:sldId id="261" r:id="rId16"/>
    <p:sldId id="318" r:id="rId17"/>
    <p:sldId id="322" r:id="rId18"/>
    <p:sldId id="364" r:id="rId19"/>
    <p:sldId id="323" r:id="rId20"/>
    <p:sldId id="324" r:id="rId21"/>
    <p:sldId id="325" r:id="rId22"/>
    <p:sldId id="363" r:id="rId23"/>
    <p:sldId id="326" r:id="rId24"/>
    <p:sldId id="297" r:id="rId25"/>
    <p:sldId id="319" r:id="rId26"/>
    <p:sldId id="342" r:id="rId27"/>
    <p:sldId id="330" r:id="rId28"/>
    <p:sldId id="382" r:id="rId29"/>
    <p:sldId id="306" r:id="rId30"/>
    <p:sldId id="356" r:id="rId31"/>
    <p:sldId id="327" r:id="rId32"/>
    <p:sldId id="328" r:id="rId33"/>
    <p:sldId id="329" r:id="rId34"/>
    <p:sldId id="344" r:id="rId35"/>
    <p:sldId id="343" r:id="rId36"/>
    <p:sldId id="345" r:id="rId37"/>
    <p:sldId id="365" r:id="rId38"/>
    <p:sldId id="359" r:id="rId39"/>
    <p:sldId id="314" r:id="rId40"/>
    <p:sldId id="358" r:id="rId41"/>
    <p:sldId id="361" r:id="rId42"/>
    <p:sldId id="331" r:id="rId43"/>
    <p:sldId id="332" r:id="rId44"/>
    <p:sldId id="333" r:id="rId45"/>
    <p:sldId id="334" r:id="rId46"/>
    <p:sldId id="335" r:id="rId47"/>
    <p:sldId id="336" r:id="rId48"/>
    <p:sldId id="337" r:id="rId49"/>
    <p:sldId id="264" r:id="rId50"/>
    <p:sldId id="312" r:id="rId51"/>
    <p:sldId id="366" r:id="rId52"/>
    <p:sldId id="313" r:id="rId53"/>
    <p:sldId id="262" r:id="rId54"/>
    <p:sldId id="305" r:id="rId55"/>
    <p:sldId id="357" r:id="rId56"/>
    <p:sldId id="373" r:id="rId57"/>
    <p:sldId id="299" r:id="rId58"/>
    <p:sldId id="367" r:id="rId59"/>
    <p:sldId id="368" r:id="rId60"/>
    <p:sldId id="369" r:id="rId61"/>
    <p:sldId id="281" r:id="rId62"/>
    <p:sldId id="370" r:id="rId63"/>
    <p:sldId id="376" r:id="rId64"/>
    <p:sldId id="375" r:id="rId65"/>
    <p:sldId id="377" r:id="rId66"/>
    <p:sldId id="378" r:id="rId67"/>
    <p:sldId id="390" r:id="rId68"/>
    <p:sldId id="302" r:id="rId69"/>
    <p:sldId id="298" r:id="rId70"/>
    <p:sldId id="354" r:id="rId71"/>
    <p:sldId id="360" r:id="rId72"/>
    <p:sldId id="372" r:id="rId73"/>
    <p:sldId id="287" r:id="rId74"/>
    <p:sldId id="320" r:id="rId75"/>
    <p:sldId id="263" r:id="rId76"/>
    <p:sldId id="379" r:id="rId77"/>
    <p:sldId id="380" r:id="rId78"/>
    <p:sldId id="381" r:id="rId79"/>
    <p:sldId id="383" r:id="rId80"/>
    <p:sldId id="384" r:id="rId81"/>
    <p:sldId id="385" r:id="rId82"/>
    <p:sldId id="386" r:id="rId83"/>
    <p:sldId id="387" r:id="rId84"/>
    <p:sldId id="388" r:id="rId85"/>
    <p:sldId id="389" r:id="rId86"/>
    <p:sldId id="392" r:id="rId87"/>
    <p:sldId id="266"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903" autoAdjust="0"/>
  </p:normalViewPr>
  <p:slideViewPr>
    <p:cSldViewPr snapToGrid="0">
      <p:cViewPr varScale="1">
        <p:scale>
          <a:sx n="53" d="100"/>
          <a:sy n="53" d="100"/>
        </p:scale>
        <p:origin x="1176" y="40"/>
      </p:cViewPr>
      <p:guideLst/>
    </p:cSldViewPr>
  </p:slideViewPr>
  <p:outlineViewPr>
    <p:cViewPr>
      <p:scale>
        <a:sx n="33" d="100"/>
        <a:sy n="33" d="100"/>
      </p:scale>
      <p:origin x="0" y="-29464"/>
    </p:cViewPr>
  </p:outlineViewPr>
  <p:notesTextViewPr>
    <p:cViewPr>
      <p:scale>
        <a:sx n="1" d="1"/>
        <a:sy n="1" d="1"/>
      </p:scale>
      <p:origin x="0" y="0"/>
    </p:cViewPr>
  </p:notesTextViewPr>
  <p:sorterViewPr>
    <p:cViewPr>
      <p:scale>
        <a:sx n="60" d="100"/>
        <a:sy n="60" d="100"/>
      </p:scale>
      <p:origin x="0" y="-578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docs.anthropic.com/en/prompt-library/library" TargetMode="External"/><Relationship Id="rId1" Type="http://schemas.openxmlformats.org/officeDocument/2006/relationships/hyperlink" Target="https://docs.google.com/document/d/10uSPAODS9pl2mZDfnkiQPuH0fVvcBKSWLdCpddadLww/edit?usp=sharing" TargetMode="Externa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5.xml.rels><?xml version="1.0" encoding="UTF-8" standalone="yes"?>
<Relationships xmlns="http://schemas.openxmlformats.org/package/2006/relationships"><Relationship Id="rId1" Type="http://schemas.openxmlformats.org/officeDocument/2006/relationships/hyperlink" Target="https://rallystarter.com/" TargetMode="External"/></Relationships>
</file>

<file path=ppt/diagrams/_rels/data7.xml.rels><?xml version="1.0" encoding="UTF-8" standalone="yes"?>
<Relationships xmlns="http://schemas.openxmlformats.org/package/2006/relationships"><Relationship Id="rId1" Type="http://schemas.openxmlformats.org/officeDocument/2006/relationships/hyperlink" Target="https://www.synthesia.io/" TargetMode="External"/></Relationships>
</file>

<file path=ppt/diagrams/_rels/data8.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hyperlink" Target="https://www.ai-live.com/" TargetMode="External"/><Relationship Id="rId1" Type="http://schemas.openxmlformats.org/officeDocument/2006/relationships/hyperlink" Target="https://myaskai.com/" TargetMode="External"/><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png"/></Relationships>
</file>

<file path=ppt/diagrams/_rels/data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hyperlink" Target="https://docs.google.com/document/d/1Osahtej7yisyy3YwS4TrJWCCWhD_4lWKB2EPG45FArs/edit?usp=sharing" TargetMode="External"/><Relationship Id="rId7" Type="http://schemas.openxmlformats.org/officeDocument/2006/relationships/image" Target="../media/image51.svg"/><Relationship Id="rId2" Type="http://schemas.openxmlformats.org/officeDocument/2006/relationships/hyperlink" Target="https://docs.google.com/document/d/1gctH53YBTo1VLcGlGA2UpQP_w_EAyjHgYfQKCQRItL4/edit?usp=sharing" TargetMode="External"/><Relationship Id="rId1" Type="http://schemas.openxmlformats.org/officeDocument/2006/relationships/hyperlink" Target="https://shorturl.at/DszSw" TargetMode="Externa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53.svg"/></Relationships>
</file>

<file path=ppt/diagrams/_rels/data10.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30.png"/><Relationship Id="rId7" Type="http://schemas.openxmlformats.org/officeDocument/2006/relationships/image" Target="../media/image63.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2.sv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31.svg"/><Relationship Id="rId9" Type="http://schemas.openxmlformats.org/officeDocument/2006/relationships/image" Target="../media/image65.png"/></Relationships>
</file>

<file path=ppt/diagrams/_rels/data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51.svg"/></Relationships>
</file>

<file path=ppt/diagrams/_rels/data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_rels/data16.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svg"/><Relationship Id="rId1" Type="http://schemas.openxmlformats.org/officeDocument/2006/relationships/image" Target="../media/image75.png"/><Relationship Id="rId6" Type="http://schemas.openxmlformats.org/officeDocument/2006/relationships/image" Target="../media/image80.svg"/><Relationship Id="rId5" Type="http://schemas.openxmlformats.org/officeDocument/2006/relationships/image" Target="../media/image79.png"/><Relationship Id="rId10" Type="http://schemas.openxmlformats.org/officeDocument/2006/relationships/image" Target="../media/image84.svg"/><Relationship Id="rId4" Type="http://schemas.openxmlformats.org/officeDocument/2006/relationships/image" Target="../media/image78.svg"/><Relationship Id="rId9" Type="http://schemas.openxmlformats.org/officeDocument/2006/relationships/image" Target="../media/image83.png"/></Relationships>
</file>

<file path=ppt/diagrams/_rels/data18.xml.rels><?xml version="1.0" encoding="UTF-8" standalone="yes"?>
<Relationships xmlns="http://schemas.openxmlformats.org/package/2006/relationships"><Relationship Id="rId3" Type="http://schemas.openxmlformats.org/officeDocument/2006/relationships/hyperlink" Target="https://botsonic.com/" TargetMode="External"/><Relationship Id="rId2" Type="http://schemas.openxmlformats.org/officeDocument/2006/relationships/hyperlink" Target="https://botpress.com/" TargetMode="External"/><Relationship Id="rId1" Type="http://schemas.openxmlformats.org/officeDocument/2006/relationships/hyperlink" Target="https://myaskai.com/" TargetMode="External"/><Relationship Id="rId4" Type="http://schemas.openxmlformats.org/officeDocument/2006/relationships/hyperlink" Target="https://www.chatbase.co/" TargetMode="External"/></Relationships>
</file>

<file path=ppt/diagrams/_rels/drawing3.xml.rels><?xml version="1.0" encoding="UTF-8" standalone="yes"?>
<Relationships xmlns="http://schemas.openxmlformats.org/package/2006/relationships"><Relationship Id="rId3" Type="http://schemas.openxmlformats.org/officeDocument/2006/relationships/hyperlink" Target="https://docs.google.com/document/d/10uSPAODS9pl2mZDfnkiQPuH0fVvcBKSWLdCpddadLww/edit?usp=sharing" TargetMode="External"/><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hyperlink" Target="https://docs.anthropic.com/en/prompt-library/library" TargetMode="External"/><Relationship Id="rId5" Type="http://schemas.openxmlformats.org/officeDocument/2006/relationships/image" Target="../media/image24.svg"/><Relationship Id="rId4" Type="http://schemas.openxmlformats.org/officeDocument/2006/relationships/image" Target="../media/image23.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5.xml.rels><?xml version="1.0" encoding="UTF-8" standalone="yes"?>
<Relationships xmlns="http://schemas.openxmlformats.org/package/2006/relationships"><Relationship Id="rId1" Type="http://schemas.openxmlformats.org/officeDocument/2006/relationships/hyperlink" Target="https://rallystarter.com/" TargetMode="External"/></Relationships>
</file>

<file path=ppt/diagrams/_rels/drawing7.xml.rels><?xml version="1.0" encoding="UTF-8" standalone="yes"?>
<Relationships xmlns="http://schemas.openxmlformats.org/package/2006/relationships"><Relationship Id="rId1" Type="http://schemas.openxmlformats.org/officeDocument/2006/relationships/hyperlink" Target="https://www.synthesia.io/" TargetMode="External"/></Relationships>
</file>

<file path=ppt/diagrams/_rels/drawing8.xml.rels><?xml version="1.0" encoding="UTF-8" standalone="yes"?>
<Relationships xmlns="http://schemas.openxmlformats.org/package/2006/relationships"><Relationship Id="rId8" Type="http://schemas.openxmlformats.org/officeDocument/2006/relationships/hyperlink" Target="https://www.ai-live.com/" TargetMode="External"/><Relationship Id="rId3" Type="http://schemas.openxmlformats.org/officeDocument/2006/relationships/hyperlink" Target="https://myaskai.com/" TargetMode="External"/><Relationship Id="rId7" Type="http://schemas.openxmlformats.org/officeDocument/2006/relationships/image" Target="../media/image43.svg"/><Relationship Id="rId12" Type="http://schemas.openxmlformats.org/officeDocument/2006/relationships/image" Target="../media/image47.sv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2.png"/><Relationship Id="rId11" Type="http://schemas.openxmlformats.org/officeDocument/2006/relationships/image" Target="../media/image46.png"/><Relationship Id="rId5" Type="http://schemas.openxmlformats.org/officeDocument/2006/relationships/image" Target="../media/image41.svg"/><Relationship Id="rId10" Type="http://schemas.openxmlformats.org/officeDocument/2006/relationships/image" Target="../media/image45.svg"/><Relationship Id="rId4" Type="http://schemas.openxmlformats.org/officeDocument/2006/relationships/image" Target="../media/image40.png"/><Relationship Id="rId9" Type="http://schemas.openxmlformats.org/officeDocument/2006/relationships/image" Target="../media/image44.png"/></Relationships>
</file>

<file path=ppt/diagrams/_rels/drawing9.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hyperlink" Target="https://shorturl.at/DszSw" TargetMode="External"/><Relationship Id="rId7" Type="http://schemas.openxmlformats.org/officeDocument/2006/relationships/image" Target="../media/image52.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hyperlink" Target="https://docs.google.com/document/d/1gctH53YBTo1VLcGlGA2UpQP_w_EAyjHgYfQKCQRItL4/edit?usp=sharing" TargetMode="External"/><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hyperlink" Target="https://docs.google.com/document/d/1Osahtej7yisyy3YwS4TrJWCCWhD_4lWKB2EPG45FArs/edit?usp=sharing" TargetMode="External"/></Relationships>
</file>

<file path=ppt/diagrams/_rels/drawing10.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30.png"/><Relationship Id="rId7" Type="http://schemas.openxmlformats.org/officeDocument/2006/relationships/image" Target="../media/image63.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2.sv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31.svg"/><Relationship Id="rId9" Type="http://schemas.openxmlformats.org/officeDocument/2006/relationships/image" Target="../media/image65.png"/></Relationships>
</file>

<file path=ppt/diagrams/_rels/drawing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51.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 Id="rId4" Type="http://schemas.openxmlformats.org/officeDocument/2006/relationships/image" Target="../media/image72.svg"/></Relationships>
</file>

<file path=ppt/diagrams/_rels/drawing16.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svg"/><Relationship Id="rId1" Type="http://schemas.openxmlformats.org/officeDocument/2006/relationships/image" Target="../media/image75.png"/><Relationship Id="rId6" Type="http://schemas.openxmlformats.org/officeDocument/2006/relationships/image" Target="../media/image80.svg"/><Relationship Id="rId5" Type="http://schemas.openxmlformats.org/officeDocument/2006/relationships/image" Target="../media/image79.png"/><Relationship Id="rId10" Type="http://schemas.openxmlformats.org/officeDocument/2006/relationships/image" Target="../media/image84.svg"/><Relationship Id="rId4" Type="http://schemas.openxmlformats.org/officeDocument/2006/relationships/image" Target="../media/image78.svg"/><Relationship Id="rId9" Type="http://schemas.openxmlformats.org/officeDocument/2006/relationships/image" Target="../media/image83.png"/></Relationships>
</file>

<file path=ppt/diagrams/_rels/drawing18.xml.rels><?xml version="1.0" encoding="UTF-8" standalone="yes"?>
<Relationships xmlns="http://schemas.openxmlformats.org/package/2006/relationships"><Relationship Id="rId3" Type="http://schemas.openxmlformats.org/officeDocument/2006/relationships/hyperlink" Target="https://botsonic.com/" TargetMode="External"/><Relationship Id="rId2" Type="http://schemas.openxmlformats.org/officeDocument/2006/relationships/hyperlink" Target="https://botpress.com/" TargetMode="External"/><Relationship Id="rId1" Type="http://schemas.openxmlformats.org/officeDocument/2006/relationships/hyperlink" Target="https://myaskai.com/" TargetMode="External"/><Relationship Id="rId4" Type="http://schemas.openxmlformats.org/officeDocument/2006/relationships/hyperlink" Target="https://www.chatbase.co/"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0EBB70-CC4D-496B-9026-CF0786A24999}"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BC397D49-09F0-4107-B50B-51E4BBD071B5}">
      <dgm:prSet/>
      <dgm:spPr/>
      <dgm:t>
        <a:bodyPr/>
        <a:lstStyle/>
        <a:p>
          <a:r>
            <a:rPr lang="en-US"/>
            <a:t>A Quick Look at AI Today</a:t>
          </a:r>
        </a:p>
      </dgm:t>
    </dgm:pt>
    <dgm:pt modelId="{EA8BD6A9-2774-4154-9CB6-66E7A420D682}" type="parTrans" cxnId="{2958E2AE-59C9-4108-9542-3023DF52633A}">
      <dgm:prSet/>
      <dgm:spPr/>
      <dgm:t>
        <a:bodyPr/>
        <a:lstStyle/>
        <a:p>
          <a:endParaRPr lang="en-US"/>
        </a:p>
      </dgm:t>
    </dgm:pt>
    <dgm:pt modelId="{477B82DF-E0FF-42FE-8E34-02DE429E6407}" type="sibTrans" cxnId="{2958E2AE-59C9-4108-9542-3023DF52633A}">
      <dgm:prSet/>
      <dgm:spPr/>
      <dgm:t>
        <a:bodyPr/>
        <a:lstStyle/>
        <a:p>
          <a:endParaRPr lang="en-US"/>
        </a:p>
      </dgm:t>
    </dgm:pt>
    <dgm:pt modelId="{88FD5217-6E88-4C24-B8C8-7F8107215B15}">
      <dgm:prSet/>
      <dgm:spPr/>
      <dgm:t>
        <a:bodyPr/>
        <a:lstStyle/>
        <a:p>
          <a:r>
            <a:rPr lang="en-US"/>
            <a:t>It’s All About the Chatbots!</a:t>
          </a:r>
        </a:p>
      </dgm:t>
    </dgm:pt>
    <dgm:pt modelId="{DCBE2AE1-FEC8-4892-982E-8612BA82EA59}" type="parTrans" cxnId="{24746DED-58F7-433B-8DDD-806CCDDC0A80}">
      <dgm:prSet/>
      <dgm:spPr/>
      <dgm:t>
        <a:bodyPr/>
        <a:lstStyle/>
        <a:p>
          <a:endParaRPr lang="en-US"/>
        </a:p>
      </dgm:t>
    </dgm:pt>
    <dgm:pt modelId="{79022E28-B04A-4292-A800-8CFAA478C46C}" type="sibTrans" cxnId="{24746DED-58F7-433B-8DDD-806CCDDC0A80}">
      <dgm:prSet/>
      <dgm:spPr/>
      <dgm:t>
        <a:bodyPr/>
        <a:lstStyle/>
        <a:p>
          <a:endParaRPr lang="en-US"/>
        </a:p>
      </dgm:t>
    </dgm:pt>
    <dgm:pt modelId="{2825F5B0-B403-4314-A083-86FC86D812EE}">
      <dgm:prSet/>
      <dgm:spPr/>
      <dgm:t>
        <a:bodyPr/>
        <a:lstStyle/>
        <a:p>
          <a:r>
            <a:rPr lang="en-US" dirty="0"/>
            <a:t>Powerful AI Use Cases</a:t>
          </a:r>
        </a:p>
      </dgm:t>
    </dgm:pt>
    <dgm:pt modelId="{595F1AE7-AE30-486D-9A42-719182567A4E}" type="parTrans" cxnId="{B80672FF-A7F7-4EA6-AF33-72ED3C6E13E7}">
      <dgm:prSet/>
      <dgm:spPr/>
      <dgm:t>
        <a:bodyPr/>
        <a:lstStyle/>
        <a:p>
          <a:endParaRPr lang="en-US"/>
        </a:p>
      </dgm:t>
    </dgm:pt>
    <dgm:pt modelId="{0178A15A-3E7E-4F8C-846C-9737B841F0EF}" type="sibTrans" cxnId="{B80672FF-A7F7-4EA6-AF33-72ED3C6E13E7}">
      <dgm:prSet/>
      <dgm:spPr/>
      <dgm:t>
        <a:bodyPr/>
        <a:lstStyle/>
        <a:p>
          <a:endParaRPr lang="en-US"/>
        </a:p>
      </dgm:t>
    </dgm:pt>
    <dgm:pt modelId="{C9227D71-2960-4063-8FCB-CB3F9F15688D}">
      <dgm:prSet/>
      <dgm:spPr/>
      <dgm:t>
        <a:bodyPr/>
        <a:lstStyle/>
        <a:p>
          <a:r>
            <a:rPr lang="en-US"/>
            <a:t>A Few Tools to Try Out</a:t>
          </a:r>
        </a:p>
      </dgm:t>
    </dgm:pt>
    <dgm:pt modelId="{E4253697-C7CB-491B-A166-3730705D04DA}" type="parTrans" cxnId="{B6790C75-DD3A-45D9-A2E7-B6C0AACEBB0C}">
      <dgm:prSet/>
      <dgm:spPr/>
      <dgm:t>
        <a:bodyPr/>
        <a:lstStyle/>
        <a:p>
          <a:endParaRPr lang="en-US"/>
        </a:p>
      </dgm:t>
    </dgm:pt>
    <dgm:pt modelId="{3A7B6634-35F7-45D1-924E-5AE973C9DEB3}" type="sibTrans" cxnId="{B6790C75-DD3A-45D9-A2E7-B6C0AACEBB0C}">
      <dgm:prSet/>
      <dgm:spPr/>
      <dgm:t>
        <a:bodyPr/>
        <a:lstStyle/>
        <a:p>
          <a:endParaRPr lang="en-US"/>
        </a:p>
      </dgm:t>
    </dgm:pt>
    <dgm:pt modelId="{58AEAC63-D5B1-4377-8054-F4AD0622AE2E}">
      <dgm:prSet/>
      <dgm:spPr/>
      <dgm:t>
        <a:bodyPr/>
        <a:lstStyle/>
        <a:p>
          <a:r>
            <a:rPr lang="en-US"/>
            <a:t>Developing an AI Policy</a:t>
          </a:r>
        </a:p>
      </dgm:t>
    </dgm:pt>
    <dgm:pt modelId="{4AFEC589-5832-4147-A902-513E8C0D4D96}" type="parTrans" cxnId="{684064EC-AE19-4BF6-B49E-8CE67F92CCC9}">
      <dgm:prSet/>
      <dgm:spPr/>
      <dgm:t>
        <a:bodyPr/>
        <a:lstStyle/>
        <a:p>
          <a:endParaRPr lang="en-US"/>
        </a:p>
      </dgm:t>
    </dgm:pt>
    <dgm:pt modelId="{C8C2D299-BFBC-439E-87DD-3B4964E812D7}" type="sibTrans" cxnId="{684064EC-AE19-4BF6-B49E-8CE67F92CCC9}">
      <dgm:prSet/>
      <dgm:spPr/>
      <dgm:t>
        <a:bodyPr/>
        <a:lstStyle/>
        <a:p>
          <a:endParaRPr lang="en-US"/>
        </a:p>
      </dgm:t>
    </dgm:pt>
    <dgm:pt modelId="{A82147E3-9BB8-47C8-88B6-659AFD3AF1C3}">
      <dgm:prSet/>
      <dgm:spPr/>
      <dgm:t>
        <a:bodyPr/>
        <a:lstStyle/>
        <a:p>
          <a:r>
            <a:rPr lang="en-US"/>
            <a:t>Moving from Novel to Normal</a:t>
          </a:r>
        </a:p>
      </dgm:t>
    </dgm:pt>
    <dgm:pt modelId="{5D98D582-CC96-4D17-B7D5-DEB53D656BF4}" type="parTrans" cxnId="{C4378AE4-7F39-45A3-9BF0-2E6772EE7FBA}">
      <dgm:prSet/>
      <dgm:spPr/>
      <dgm:t>
        <a:bodyPr/>
        <a:lstStyle/>
        <a:p>
          <a:endParaRPr lang="en-US"/>
        </a:p>
      </dgm:t>
    </dgm:pt>
    <dgm:pt modelId="{3193BDDB-F453-4520-A12B-3A546E6ADF9E}" type="sibTrans" cxnId="{C4378AE4-7F39-45A3-9BF0-2E6772EE7FBA}">
      <dgm:prSet/>
      <dgm:spPr/>
      <dgm:t>
        <a:bodyPr/>
        <a:lstStyle/>
        <a:p>
          <a:endParaRPr lang="en-US"/>
        </a:p>
      </dgm:t>
    </dgm:pt>
    <dgm:pt modelId="{12202FA5-A5CC-4BB4-8C5E-1BB7204863BD}">
      <dgm:prSet/>
      <dgm:spPr/>
      <dgm:t>
        <a:bodyPr/>
        <a:lstStyle/>
        <a:p>
          <a:r>
            <a:rPr lang="en-US" dirty="0"/>
            <a:t>Next Steps and Resources</a:t>
          </a:r>
        </a:p>
      </dgm:t>
    </dgm:pt>
    <dgm:pt modelId="{800A24F4-3EE1-49E0-A053-5C18664F1B1E}" type="parTrans" cxnId="{DEC05CB7-98EC-40DD-88AE-C8ADC0BECA20}">
      <dgm:prSet/>
      <dgm:spPr/>
      <dgm:t>
        <a:bodyPr/>
        <a:lstStyle/>
        <a:p>
          <a:endParaRPr lang="en-US"/>
        </a:p>
      </dgm:t>
    </dgm:pt>
    <dgm:pt modelId="{1EB1E628-2CC9-4A17-A74B-AAA9307B034C}" type="sibTrans" cxnId="{DEC05CB7-98EC-40DD-88AE-C8ADC0BECA20}">
      <dgm:prSet/>
      <dgm:spPr/>
      <dgm:t>
        <a:bodyPr/>
        <a:lstStyle/>
        <a:p>
          <a:endParaRPr lang="en-US"/>
        </a:p>
      </dgm:t>
    </dgm:pt>
    <dgm:pt modelId="{4A06AD07-54C8-45A1-8699-D5C065501C95}" type="pres">
      <dgm:prSet presAssocID="{CF0EBB70-CC4D-496B-9026-CF0786A24999}" presName="linear" presStyleCnt="0">
        <dgm:presLayoutVars>
          <dgm:animLvl val="lvl"/>
          <dgm:resizeHandles val="exact"/>
        </dgm:presLayoutVars>
      </dgm:prSet>
      <dgm:spPr/>
    </dgm:pt>
    <dgm:pt modelId="{B66A7289-CCF7-47A4-9437-48F55D8C85E8}" type="pres">
      <dgm:prSet presAssocID="{BC397D49-09F0-4107-B50B-51E4BBD071B5}" presName="parentText" presStyleLbl="node1" presStyleIdx="0" presStyleCnt="7">
        <dgm:presLayoutVars>
          <dgm:chMax val="0"/>
          <dgm:bulletEnabled val="1"/>
        </dgm:presLayoutVars>
      </dgm:prSet>
      <dgm:spPr/>
    </dgm:pt>
    <dgm:pt modelId="{D39653C6-B276-4722-B3A3-9D66B0DD1CA8}" type="pres">
      <dgm:prSet presAssocID="{477B82DF-E0FF-42FE-8E34-02DE429E6407}" presName="spacer" presStyleCnt="0"/>
      <dgm:spPr/>
    </dgm:pt>
    <dgm:pt modelId="{FA44E928-0AD6-4EC9-BC4A-D7F74CB14ACA}" type="pres">
      <dgm:prSet presAssocID="{88FD5217-6E88-4C24-B8C8-7F8107215B15}" presName="parentText" presStyleLbl="node1" presStyleIdx="1" presStyleCnt="7">
        <dgm:presLayoutVars>
          <dgm:chMax val="0"/>
          <dgm:bulletEnabled val="1"/>
        </dgm:presLayoutVars>
      </dgm:prSet>
      <dgm:spPr/>
    </dgm:pt>
    <dgm:pt modelId="{DBD2F732-AD6F-4204-8338-E50CE77C0270}" type="pres">
      <dgm:prSet presAssocID="{79022E28-B04A-4292-A800-8CFAA478C46C}" presName="spacer" presStyleCnt="0"/>
      <dgm:spPr/>
    </dgm:pt>
    <dgm:pt modelId="{D23896DC-1A04-4688-8E40-6B152F33E206}" type="pres">
      <dgm:prSet presAssocID="{2825F5B0-B403-4314-A083-86FC86D812EE}" presName="parentText" presStyleLbl="node1" presStyleIdx="2" presStyleCnt="7">
        <dgm:presLayoutVars>
          <dgm:chMax val="0"/>
          <dgm:bulletEnabled val="1"/>
        </dgm:presLayoutVars>
      </dgm:prSet>
      <dgm:spPr/>
    </dgm:pt>
    <dgm:pt modelId="{AAA21CB2-26F6-4AB6-B36E-A7C1EA9CD42B}" type="pres">
      <dgm:prSet presAssocID="{0178A15A-3E7E-4F8C-846C-9737B841F0EF}" presName="spacer" presStyleCnt="0"/>
      <dgm:spPr/>
    </dgm:pt>
    <dgm:pt modelId="{1FEFD4C8-3CF7-4B8A-9FF2-B6C84972B08A}" type="pres">
      <dgm:prSet presAssocID="{C9227D71-2960-4063-8FCB-CB3F9F15688D}" presName="parentText" presStyleLbl="node1" presStyleIdx="3" presStyleCnt="7">
        <dgm:presLayoutVars>
          <dgm:chMax val="0"/>
          <dgm:bulletEnabled val="1"/>
        </dgm:presLayoutVars>
      </dgm:prSet>
      <dgm:spPr/>
    </dgm:pt>
    <dgm:pt modelId="{5FDF7837-2DC6-4810-952C-227E79511585}" type="pres">
      <dgm:prSet presAssocID="{3A7B6634-35F7-45D1-924E-5AE973C9DEB3}" presName="spacer" presStyleCnt="0"/>
      <dgm:spPr/>
    </dgm:pt>
    <dgm:pt modelId="{4354C5D9-7C9E-4D39-9DBA-239428C496AD}" type="pres">
      <dgm:prSet presAssocID="{58AEAC63-D5B1-4377-8054-F4AD0622AE2E}" presName="parentText" presStyleLbl="node1" presStyleIdx="4" presStyleCnt="7">
        <dgm:presLayoutVars>
          <dgm:chMax val="0"/>
          <dgm:bulletEnabled val="1"/>
        </dgm:presLayoutVars>
      </dgm:prSet>
      <dgm:spPr/>
    </dgm:pt>
    <dgm:pt modelId="{09BB0C7A-4036-400A-8FA1-8D3BA7B79228}" type="pres">
      <dgm:prSet presAssocID="{C8C2D299-BFBC-439E-87DD-3B4964E812D7}" presName="spacer" presStyleCnt="0"/>
      <dgm:spPr/>
    </dgm:pt>
    <dgm:pt modelId="{66BCE334-C298-4773-B2A8-F6946451446E}" type="pres">
      <dgm:prSet presAssocID="{A82147E3-9BB8-47C8-88B6-659AFD3AF1C3}" presName="parentText" presStyleLbl="node1" presStyleIdx="5" presStyleCnt="7">
        <dgm:presLayoutVars>
          <dgm:chMax val="0"/>
          <dgm:bulletEnabled val="1"/>
        </dgm:presLayoutVars>
      </dgm:prSet>
      <dgm:spPr/>
    </dgm:pt>
    <dgm:pt modelId="{D7524982-464C-4E3E-A656-C576402A8E07}" type="pres">
      <dgm:prSet presAssocID="{3193BDDB-F453-4520-A12B-3A546E6ADF9E}" presName="spacer" presStyleCnt="0"/>
      <dgm:spPr/>
    </dgm:pt>
    <dgm:pt modelId="{DDDB87DE-2E61-48D4-B5D1-1D6A72BBAD4B}" type="pres">
      <dgm:prSet presAssocID="{12202FA5-A5CC-4BB4-8C5E-1BB7204863BD}" presName="parentText" presStyleLbl="node1" presStyleIdx="6" presStyleCnt="7">
        <dgm:presLayoutVars>
          <dgm:chMax val="0"/>
          <dgm:bulletEnabled val="1"/>
        </dgm:presLayoutVars>
      </dgm:prSet>
      <dgm:spPr/>
    </dgm:pt>
  </dgm:ptLst>
  <dgm:cxnLst>
    <dgm:cxn modelId="{38F70806-B9AC-4C8F-AAAA-49EAB54C2BF0}" type="presOf" srcId="{C9227D71-2960-4063-8FCB-CB3F9F15688D}" destId="{1FEFD4C8-3CF7-4B8A-9FF2-B6C84972B08A}" srcOrd="0" destOrd="0" presId="urn:microsoft.com/office/officeart/2005/8/layout/vList2"/>
    <dgm:cxn modelId="{754AA066-F590-48F0-A96B-E0BABD44E84E}" type="presOf" srcId="{88FD5217-6E88-4C24-B8C8-7F8107215B15}" destId="{FA44E928-0AD6-4EC9-BC4A-D7F74CB14ACA}" srcOrd="0" destOrd="0" presId="urn:microsoft.com/office/officeart/2005/8/layout/vList2"/>
    <dgm:cxn modelId="{E336596E-FAEE-4A77-8690-F8742B884388}" type="presOf" srcId="{12202FA5-A5CC-4BB4-8C5E-1BB7204863BD}" destId="{DDDB87DE-2E61-48D4-B5D1-1D6A72BBAD4B}" srcOrd="0" destOrd="0" presId="urn:microsoft.com/office/officeart/2005/8/layout/vList2"/>
    <dgm:cxn modelId="{B6790C75-DD3A-45D9-A2E7-B6C0AACEBB0C}" srcId="{CF0EBB70-CC4D-496B-9026-CF0786A24999}" destId="{C9227D71-2960-4063-8FCB-CB3F9F15688D}" srcOrd="3" destOrd="0" parTransId="{E4253697-C7CB-491B-A166-3730705D04DA}" sibTransId="{3A7B6634-35F7-45D1-924E-5AE973C9DEB3}"/>
    <dgm:cxn modelId="{2958E2AE-59C9-4108-9542-3023DF52633A}" srcId="{CF0EBB70-CC4D-496B-9026-CF0786A24999}" destId="{BC397D49-09F0-4107-B50B-51E4BBD071B5}" srcOrd="0" destOrd="0" parTransId="{EA8BD6A9-2774-4154-9CB6-66E7A420D682}" sibTransId="{477B82DF-E0FF-42FE-8E34-02DE429E6407}"/>
    <dgm:cxn modelId="{DEC05CB7-98EC-40DD-88AE-C8ADC0BECA20}" srcId="{CF0EBB70-CC4D-496B-9026-CF0786A24999}" destId="{12202FA5-A5CC-4BB4-8C5E-1BB7204863BD}" srcOrd="6" destOrd="0" parTransId="{800A24F4-3EE1-49E0-A053-5C18664F1B1E}" sibTransId="{1EB1E628-2CC9-4A17-A74B-AAA9307B034C}"/>
    <dgm:cxn modelId="{3045C5BC-B3F7-4D2B-804C-3D618D4F2B27}" type="presOf" srcId="{58AEAC63-D5B1-4377-8054-F4AD0622AE2E}" destId="{4354C5D9-7C9E-4D39-9DBA-239428C496AD}" srcOrd="0" destOrd="0" presId="urn:microsoft.com/office/officeart/2005/8/layout/vList2"/>
    <dgm:cxn modelId="{8ECD8BD0-ABAC-468A-853A-A53DA0FC387E}" type="presOf" srcId="{A82147E3-9BB8-47C8-88B6-659AFD3AF1C3}" destId="{66BCE334-C298-4773-B2A8-F6946451446E}" srcOrd="0" destOrd="0" presId="urn:microsoft.com/office/officeart/2005/8/layout/vList2"/>
    <dgm:cxn modelId="{D12A1ADD-431B-4531-9858-B2B71A592DEA}" type="presOf" srcId="{BC397D49-09F0-4107-B50B-51E4BBD071B5}" destId="{B66A7289-CCF7-47A4-9437-48F55D8C85E8}" srcOrd="0" destOrd="0" presId="urn:microsoft.com/office/officeart/2005/8/layout/vList2"/>
    <dgm:cxn modelId="{2E6E3ADE-8B6D-4A0F-B972-2E0CC124EDC6}" type="presOf" srcId="{CF0EBB70-CC4D-496B-9026-CF0786A24999}" destId="{4A06AD07-54C8-45A1-8699-D5C065501C95}" srcOrd="0" destOrd="0" presId="urn:microsoft.com/office/officeart/2005/8/layout/vList2"/>
    <dgm:cxn modelId="{C4378AE4-7F39-45A3-9BF0-2E6772EE7FBA}" srcId="{CF0EBB70-CC4D-496B-9026-CF0786A24999}" destId="{A82147E3-9BB8-47C8-88B6-659AFD3AF1C3}" srcOrd="5" destOrd="0" parTransId="{5D98D582-CC96-4D17-B7D5-DEB53D656BF4}" sibTransId="{3193BDDB-F453-4520-A12B-3A546E6ADF9E}"/>
    <dgm:cxn modelId="{98E797E9-7A24-4BFA-B5E8-12DA17F4EBA7}" type="presOf" srcId="{2825F5B0-B403-4314-A083-86FC86D812EE}" destId="{D23896DC-1A04-4688-8E40-6B152F33E206}" srcOrd="0" destOrd="0" presId="urn:microsoft.com/office/officeart/2005/8/layout/vList2"/>
    <dgm:cxn modelId="{684064EC-AE19-4BF6-B49E-8CE67F92CCC9}" srcId="{CF0EBB70-CC4D-496B-9026-CF0786A24999}" destId="{58AEAC63-D5B1-4377-8054-F4AD0622AE2E}" srcOrd="4" destOrd="0" parTransId="{4AFEC589-5832-4147-A902-513E8C0D4D96}" sibTransId="{C8C2D299-BFBC-439E-87DD-3B4964E812D7}"/>
    <dgm:cxn modelId="{24746DED-58F7-433B-8DDD-806CCDDC0A80}" srcId="{CF0EBB70-CC4D-496B-9026-CF0786A24999}" destId="{88FD5217-6E88-4C24-B8C8-7F8107215B15}" srcOrd="1" destOrd="0" parTransId="{DCBE2AE1-FEC8-4892-982E-8612BA82EA59}" sibTransId="{79022E28-B04A-4292-A800-8CFAA478C46C}"/>
    <dgm:cxn modelId="{B80672FF-A7F7-4EA6-AF33-72ED3C6E13E7}" srcId="{CF0EBB70-CC4D-496B-9026-CF0786A24999}" destId="{2825F5B0-B403-4314-A083-86FC86D812EE}" srcOrd="2" destOrd="0" parTransId="{595F1AE7-AE30-486D-9A42-719182567A4E}" sibTransId="{0178A15A-3E7E-4F8C-846C-9737B841F0EF}"/>
    <dgm:cxn modelId="{B79B4A05-9CC4-451D-B3C5-D28603AF4B0D}" type="presParOf" srcId="{4A06AD07-54C8-45A1-8699-D5C065501C95}" destId="{B66A7289-CCF7-47A4-9437-48F55D8C85E8}" srcOrd="0" destOrd="0" presId="urn:microsoft.com/office/officeart/2005/8/layout/vList2"/>
    <dgm:cxn modelId="{A5F73C21-F46B-4465-A789-479B07B7E902}" type="presParOf" srcId="{4A06AD07-54C8-45A1-8699-D5C065501C95}" destId="{D39653C6-B276-4722-B3A3-9D66B0DD1CA8}" srcOrd="1" destOrd="0" presId="urn:microsoft.com/office/officeart/2005/8/layout/vList2"/>
    <dgm:cxn modelId="{CFD1BE7E-3EC0-449D-B2A8-91D44D10857E}" type="presParOf" srcId="{4A06AD07-54C8-45A1-8699-D5C065501C95}" destId="{FA44E928-0AD6-4EC9-BC4A-D7F74CB14ACA}" srcOrd="2" destOrd="0" presId="urn:microsoft.com/office/officeart/2005/8/layout/vList2"/>
    <dgm:cxn modelId="{88A065DD-0FF5-440D-9C47-D8602EF946A5}" type="presParOf" srcId="{4A06AD07-54C8-45A1-8699-D5C065501C95}" destId="{DBD2F732-AD6F-4204-8338-E50CE77C0270}" srcOrd="3" destOrd="0" presId="urn:microsoft.com/office/officeart/2005/8/layout/vList2"/>
    <dgm:cxn modelId="{8FAD5F39-EE87-4BEA-87B0-77F275B94240}" type="presParOf" srcId="{4A06AD07-54C8-45A1-8699-D5C065501C95}" destId="{D23896DC-1A04-4688-8E40-6B152F33E206}" srcOrd="4" destOrd="0" presId="urn:microsoft.com/office/officeart/2005/8/layout/vList2"/>
    <dgm:cxn modelId="{B205310F-00DE-45E7-88B6-7D915C250EB4}" type="presParOf" srcId="{4A06AD07-54C8-45A1-8699-D5C065501C95}" destId="{AAA21CB2-26F6-4AB6-B36E-A7C1EA9CD42B}" srcOrd="5" destOrd="0" presId="urn:microsoft.com/office/officeart/2005/8/layout/vList2"/>
    <dgm:cxn modelId="{0D39DE7D-5837-48A9-8D07-A2BE00D158D4}" type="presParOf" srcId="{4A06AD07-54C8-45A1-8699-D5C065501C95}" destId="{1FEFD4C8-3CF7-4B8A-9FF2-B6C84972B08A}" srcOrd="6" destOrd="0" presId="urn:microsoft.com/office/officeart/2005/8/layout/vList2"/>
    <dgm:cxn modelId="{52D3A04A-31F2-4386-94F4-E147B63532B7}" type="presParOf" srcId="{4A06AD07-54C8-45A1-8699-D5C065501C95}" destId="{5FDF7837-2DC6-4810-952C-227E79511585}" srcOrd="7" destOrd="0" presId="urn:microsoft.com/office/officeart/2005/8/layout/vList2"/>
    <dgm:cxn modelId="{BF9CE4B3-0E31-43D1-AEF2-A03284895CC9}" type="presParOf" srcId="{4A06AD07-54C8-45A1-8699-D5C065501C95}" destId="{4354C5D9-7C9E-4D39-9DBA-239428C496AD}" srcOrd="8" destOrd="0" presId="urn:microsoft.com/office/officeart/2005/8/layout/vList2"/>
    <dgm:cxn modelId="{494BA9EE-ACF0-4AD0-83EB-C3EA52853AC6}" type="presParOf" srcId="{4A06AD07-54C8-45A1-8699-D5C065501C95}" destId="{09BB0C7A-4036-400A-8FA1-8D3BA7B79228}" srcOrd="9" destOrd="0" presId="urn:microsoft.com/office/officeart/2005/8/layout/vList2"/>
    <dgm:cxn modelId="{E274C08A-7992-4526-917F-951B91A498FB}" type="presParOf" srcId="{4A06AD07-54C8-45A1-8699-D5C065501C95}" destId="{66BCE334-C298-4773-B2A8-F6946451446E}" srcOrd="10" destOrd="0" presId="urn:microsoft.com/office/officeart/2005/8/layout/vList2"/>
    <dgm:cxn modelId="{36F03B0B-1599-484B-9F29-A428BF8AC2C4}" type="presParOf" srcId="{4A06AD07-54C8-45A1-8699-D5C065501C95}" destId="{D7524982-464C-4E3E-A656-C576402A8E07}" srcOrd="11" destOrd="0" presId="urn:microsoft.com/office/officeart/2005/8/layout/vList2"/>
    <dgm:cxn modelId="{CF18C647-11A4-43E7-8668-7EE5AD153B15}" type="presParOf" srcId="{4A06AD07-54C8-45A1-8699-D5C065501C95}" destId="{DDDB87DE-2E61-48D4-B5D1-1D6A72BBAD4B}"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C027CA-FF53-4681-89C7-DDC29398C912}" type="doc">
      <dgm:prSet loTypeId="urn:microsoft.com/office/officeart/2016/7/layout/LinearBlockProcessNumbered" loCatId="process" qsTypeId="urn:microsoft.com/office/officeart/2005/8/quickstyle/simple1" qsCatId="simple" csTypeId="urn:microsoft.com/office/officeart/2005/8/colors/colorful2" csCatId="colorful"/>
      <dgm:spPr/>
      <dgm:t>
        <a:bodyPr/>
        <a:lstStyle/>
        <a:p>
          <a:endParaRPr lang="en-US"/>
        </a:p>
      </dgm:t>
    </dgm:pt>
    <dgm:pt modelId="{1B7AFD6B-A81F-4626-B9F3-DDAA5F9E33D3}">
      <dgm:prSet/>
      <dgm:spPr/>
      <dgm:t>
        <a:bodyPr/>
        <a:lstStyle/>
        <a:p>
          <a:r>
            <a:rPr lang="en-US" b="0" i="0"/>
            <a:t>Structure your prompts with #1 Persona, #2 Task, #3 Context, and #4 Format.</a:t>
          </a:r>
          <a:endParaRPr lang="en-US"/>
        </a:p>
      </dgm:t>
    </dgm:pt>
    <dgm:pt modelId="{F5834837-2D75-4621-835B-E11E33A7363A}" type="parTrans" cxnId="{EE33A6E4-3D4D-49BF-AC6A-F48D60FB9EDD}">
      <dgm:prSet/>
      <dgm:spPr/>
      <dgm:t>
        <a:bodyPr/>
        <a:lstStyle/>
        <a:p>
          <a:endParaRPr lang="en-US"/>
        </a:p>
      </dgm:t>
    </dgm:pt>
    <dgm:pt modelId="{50C52EBB-104B-4CFD-AFCC-5F943DCC320F}" type="sibTrans" cxnId="{EE33A6E4-3D4D-49BF-AC6A-F48D60FB9EDD}">
      <dgm:prSet phldrT="01" phldr="0"/>
      <dgm:spPr/>
      <dgm:t>
        <a:bodyPr/>
        <a:lstStyle/>
        <a:p>
          <a:r>
            <a:rPr lang="en-US"/>
            <a:t>01</a:t>
          </a:r>
        </a:p>
      </dgm:t>
    </dgm:pt>
    <dgm:pt modelId="{56D4CB9D-F4A3-406F-A68E-D4C2F3D02D7C}">
      <dgm:prSet/>
      <dgm:spPr/>
      <dgm:t>
        <a:bodyPr/>
        <a:lstStyle/>
        <a:p>
          <a:r>
            <a:rPr lang="en-US" b="0" i="0"/>
            <a:t>Use natural language and specific requests (like tone and constraints).</a:t>
          </a:r>
          <a:endParaRPr lang="en-US"/>
        </a:p>
      </dgm:t>
    </dgm:pt>
    <dgm:pt modelId="{36033954-C8A4-4516-AC74-D14EB6BDCDE1}" type="parTrans" cxnId="{51B1348F-55DF-40B9-92FE-3D5E81EFEF28}">
      <dgm:prSet/>
      <dgm:spPr/>
      <dgm:t>
        <a:bodyPr/>
        <a:lstStyle/>
        <a:p>
          <a:endParaRPr lang="en-US"/>
        </a:p>
      </dgm:t>
    </dgm:pt>
    <dgm:pt modelId="{0796D8B4-08A5-405A-9B54-9B61DA532A9C}" type="sibTrans" cxnId="{51B1348F-55DF-40B9-92FE-3D5E81EFEF28}">
      <dgm:prSet phldrT="02" phldr="0"/>
      <dgm:spPr/>
      <dgm:t>
        <a:bodyPr/>
        <a:lstStyle/>
        <a:p>
          <a:r>
            <a:rPr lang="en-US"/>
            <a:t>02</a:t>
          </a:r>
        </a:p>
      </dgm:t>
    </dgm:pt>
    <dgm:pt modelId="{729DFF01-F8CC-4745-A8C0-CB6410457928}">
      <dgm:prSet/>
      <dgm:spPr/>
      <dgm:t>
        <a:bodyPr/>
        <a:lstStyle/>
        <a:p>
          <a:r>
            <a:rPr lang="en-US" b="0" i="0"/>
            <a:t>Break complex tasks into smaller prompts.</a:t>
          </a:r>
          <a:endParaRPr lang="en-US"/>
        </a:p>
      </dgm:t>
    </dgm:pt>
    <dgm:pt modelId="{54156B5F-32C7-4155-9EF0-156C391578BF}" type="parTrans" cxnId="{AA6622FF-BF85-47C0-9755-9B2FD6A36C6D}">
      <dgm:prSet/>
      <dgm:spPr/>
      <dgm:t>
        <a:bodyPr/>
        <a:lstStyle/>
        <a:p>
          <a:endParaRPr lang="en-US"/>
        </a:p>
      </dgm:t>
    </dgm:pt>
    <dgm:pt modelId="{ACE4D87F-8D2A-40B4-9639-15F6E436CA52}" type="sibTrans" cxnId="{AA6622FF-BF85-47C0-9755-9B2FD6A36C6D}">
      <dgm:prSet phldrT="03" phldr="0"/>
      <dgm:spPr/>
      <dgm:t>
        <a:bodyPr/>
        <a:lstStyle/>
        <a:p>
          <a:r>
            <a:rPr lang="en-US"/>
            <a:t>03</a:t>
          </a:r>
        </a:p>
      </dgm:t>
    </dgm:pt>
    <dgm:pt modelId="{62C48852-E393-4D90-9515-3E988746365A}" type="pres">
      <dgm:prSet presAssocID="{13C027CA-FF53-4681-89C7-DDC29398C912}" presName="Name0" presStyleCnt="0">
        <dgm:presLayoutVars>
          <dgm:animLvl val="lvl"/>
          <dgm:resizeHandles val="exact"/>
        </dgm:presLayoutVars>
      </dgm:prSet>
      <dgm:spPr/>
    </dgm:pt>
    <dgm:pt modelId="{68A41F7D-8801-477F-8701-5BF8A0C26E37}" type="pres">
      <dgm:prSet presAssocID="{1B7AFD6B-A81F-4626-B9F3-DDAA5F9E33D3}" presName="compositeNode" presStyleCnt="0">
        <dgm:presLayoutVars>
          <dgm:bulletEnabled val="1"/>
        </dgm:presLayoutVars>
      </dgm:prSet>
      <dgm:spPr/>
    </dgm:pt>
    <dgm:pt modelId="{720F663D-D1D4-48AB-B52A-12B3B286A0D0}" type="pres">
      <dgm:prSet presAssocID="{1B7AFD6B-A81F-4626-B9F3-DDAA5F9E33D3}" presName="bgRect" presStyleLbl="alignNode1" presStyleIdx="0" presStyleCnt="3"/>
      <dgm:spPr/>
    </dgm:pt>
    <dgm:pt modelId="{3D7CAEB4-3603-4EEA-BEF5-E6C059250702}" type="pres">
      <dgm:prSet presAssocID="{50C52EBB-104B-4CFD-AFCC-5F943DCC320F}" presName="sibTransNodeRect" presStyleLbl="alignNode1" presStyleIdx="0" presStyleCnt="3">
        <dgm:presLayoutVars>
          <dgm:chMax val="0"/>
          <dgm:bulletEnabled val="1"/>
        </dgm:presLayoutVars>
      </dgm:prSet>
      <dgm:spPr/>
    </dgm:pt>
    <dgm:pt modelId="{258DA457-737B-4333-A5EB-DAFCEDE4CDB3}" type="pres">
      <dgm:prSet presAssocID="{1B7AFD6B-A81F-4626-B9F3-DDAA5F9E33D3}" presName="nodeRect" presStyleLbl="alignNode1" presStyleIdx="0" presStyleCnt="3">
        <dgm:presLayoutVars>
          <dgm:bulletEnabled val="1"/>
        </dgm:presLayoutVars>
      </dgm:prSet>
      <dgm:spPr/>
    </dgm:pt>
    <dgm:pt modelId="{AC258B78-8BB9-478D-AD6E-F6FF0C3BF98D}" type="pres">
      <dgm:prSet presAssocID="{50C52EBB-104B-4CFD-AFCC-5F943DCC320F}" presName="sibTrans" presStyleCnt="0"/>
      <dgm:spPr/>
    </dgm:pt>
    <dgm:pt modelId="{15ADCA2E-E997-4C6B-B3D7-844DF8658819}" type="pres">
      <dgm:prSet presAssocID="{56D4CB9D-F4A3-406F-A68E-D4C2F3D02D7C}" presName="compositeNode" presStyleCnt="0">
        <dgm:presLayoutVars>
          <dgm:bulletEnabled val="1"/>
        </dgm:presLayoutVars>
      </dgm:prSet>
      <dgm:spPr/>
    </dgm:pt>
    <dgm:pt modelId="{0160A769-316B-4874-95D7-1C3B873B0F57}" type="pres">
      <dgm:prSet presAssocID="{56D4CB9D-F4A3-406F-A68E-D4C2F3D02D7C}" presName="bgRect" presStyleLbl="alignNode1" presStyleIdx="1" presStyleCnt="3"/>
      <dgm:spPr/>
    </dgm:pt>
    <dgm:pt modelId="{2B8F4D33-9913-4237-9168-2AD25227F940}" type="pres">
      <dgm:prSet presAssocID="{0796D8B4-08A5-405A-9B54-9B61DA532A9C}" presName="sibTransNodeRect" presStyleLbl="alignNode1" presStyleIdx="1" presStyleCnt="3">
        <dgm:presLayoutVars>
          <dgm:chMax val="0"/>
          <dgm:bulletEnabled val="1"/>
        </dgm:presLayoutVars>
      </dgm:prSet>
      <dgm:spPr/>
    </dgm:pt>
    <dgm:pt modelId="{7A57123D-7903-406B-AEEB-53187DEB1C3A}" type="pres">
      <dgm:prSet presAssocID="{56D4CB9D-F4A3-406F-A68E-D4C2F3D02D7C}" presName="nodeRect" presStyleLbl="alignNode1" presStyleIdx="1" presStyleCnt="3">
        <dgm:presLayoutVars>
          <dgm:bulletEnabled val="1"/>
        </dgm:presLayoutVars>
      </dgm:prSet>
      <dgm:spPr/>
    </dgm:pt>
    <dgm:pt modelId="{779361AE-3EFC-4388-B00A-4D4288695861}" type="pres">
      <dgm:prSet presAssocID="{0796D8B4-08A5-405A-9B54-9B61DA532A9C}" presName="sibTrans" presStyleCnt="0"/>
      <dgm:spPr/>
    </dgm:pt>
    <dgm:pt modelId="{B2A2DEDB-6108-49E2-8967-B818D7958F04}" type="pres">
      <dgm:prSet presAssocID="{729DFF01-F8CC-4745-A8C0-CB6410457928}" presName="compositeNode" presStyleCnt="0">
        <dgm:presLayoutVars>
          <dgm:bulletEnabled val="1"/>
        </dgm:presLayoutVars>
      </dgm:prSet>
      <dgm:spPr/>
    </dgm:pt>
    <dgm:pt modelId="{86BB82A0-D7A8-43FB-AB44-D31B010CD662}" type="pres">
      <dgm:prSet presAssocID="{729DFF01-F8CC-4745-A8C0-CB6410457928}" presName="bgRect" presStyleLbl="alignNode1" presStyleIdx="2" presStyleCnt="3"/>
      <dgm:spPr/>
    </dgm:pt>
    <dgm:pt modelId="{66E1EDFF-6A05-4216-BB6E-4A9AC0047800}" type="pres">
      <dgm:prSet presAssocID="{ACE4D87F-8D2A-40B4-9639-15F6E436CA52}" presName="sibTransNodeRect" presStyleLbl="alignNode1" presStyleIdx="2" presStyleCnt="3">
        <dgm:presLayoutVars>
          <dgm:chMax val="0"/>
          <dgm:bulletEnabled val="1"/>
        </dgm:presLayoutVars>
      </dgm:prSet>
      <dgm:spPr/>
    </dgm:pt>
    <dgm:pt modelId="{5295BA5F-54BA-4F28-A670-92AD911775DC}" type="pres">
      <dgm:prSet presAssocID="{729DFF01-F8CC-4745-A8C0-CB6410457928}" presName="nodeRect" presStyleLbl="alignNode1" presStyleIdx="2" presStyleCnt="3">
        <dgm:presLayoutVars>
          <dgm:bulletEnabled val="1"/>
        </dgm:presLayoutVars>
      </dgm:prSet>
      <dgm:spPr/>
    </dgm:pt>
  </dgm:ptLst>
  <dgm:cxnLst>
    <dgm:cxn modelId="{EC9F2207-1214-48CA-9CB0-B0851256512C}" type="presOf" srcId="{1B7AFD6B-A81F-4626-B9F3-DDAA5F9E33D3}" destId="{258DA457-737B-4333-A5EB-DAFCEDE4CDB3}" srcOrd="1" destOrd="0" presId="urn:microsoft.com/office/officeart/2016/7/layout/LinearBlockProcessNumbered"/>
    <dgm:cxn modelId="{63F2680D-ACE6-4201-AF22-48BA11270B05}" type="presOf" srcId="{ACE4D87F-8D2A-40B4-9639-15F6E436CA52}" destId="{66E1EDFF-6A05-4216-BB6E-4A9AC0047800}" srcOrd="0" destOrd="0" presId="urn:microsoft.com/office/officeart/2016/7/layout/LinearBlockProcessNumbered"/>
    <dgm:cxn modelId="{9C71AB0E-8956-4F47-80E3-C1265DF7B5FF}" type="presOf" srcId="{1B7AFD6B-A81F-4626-B9F3-DDAA5F9E33D3}" destId="{720F663D-D1D4-48AB-B52A-12B3B286A0D0}" srcOrd="0" destOrd="0" presId="urn:microsoft.com/office/officeart/2016/7/layout/LinearBlockProcessNumbered"/>
    <dgm:cxn modelId="{ABBD042D-FF34-46D6-8244-DFAF4D07A481}" type="presOf" srcId="{13C027CA-FF53-4681-89C7-DDC29398C912}" destId="{62C48852-E393-4D90-9515-3E988746365A}" srcOrd="0" destOrd="0" presId="urn:microsoft.com/office/officeart/2016/7/layout/LinearBlockProcessNumbered"/>
    <dgm:cxn modelId="{1C4EE35A-42C5-4623-9FB8-BD6B9EA13662}" type="presOf" srcId="{50C52EBB-104B-4CFD-AFCC-5F943DCC320F}" destId="{3D7CAEB4-3603-4EEA-BEF5-E6C059250702}" srcOrd="0" destOrd="0" presId="urn:microsoft.com/office/officeart/2016/7/layout/LinearBlockProcessNumbered"/>
    <dgm:cxn modelId="{A4599B82-1BFD-4E47-90B8-D6858B0F39E1}" type="presOf" srcId="{0796D8B4-08A5-405A-9B54-9B61DA532A9C}" destId="{2B8F4D33-9913-4237-9168-2AD25227F940}" srcOrd="0" destOrd="0" presId="urn:microsoft.com/office/officeart/2016/7/layout/LinearBlockProcessNumbered"/>
    <dgm:cxn modelId="{51B1348F-55DF-40B9-92FE-3D5E81EFEF28}" srcId="{13C027CA-FF53-4681-89C7-DDC29398C912}" destId="{56D4CB9D-F4A3-406F-A68E-D4C2F3D02D7C}" srcOrd="1" destOrd="0" parTransId="{36033954-C8A4-4516-AC74-D14EB6BDCDE1}" sibTransId="{0796D8B4-08A5-405A-9B54-9B61DA532A9C}"/>
    <dgm:cxn modelId="{00F0A3AE-4914-450F-9701-597945B73D11}" type="presOf" srcId="{56D4CB9D-F4A3-406F-A68E-D4C2F3D02D7C}" destId="{0160A769-316B-4874-95D7-1C3B873B0F57}" srcOrd="0" destOrd="0" presId="urn:microsoft.com/office/officeart/2016/7/layout/LinearBlockProcessNumbered"/>
    <dgm:cxn modelId="{A88B4AC9-DA60-439B-AB76-024C2A9A7856}" type="presOf" srcId="{56D4CB9D-F4A3-406F-A68E-D4C2F3D02D7C}" destId="{7A57123D-7903-406B-AEEB-53187DEB1C3A}" srcOrd="1" destOrd="0" presId="urn:microsoft.com/office/officeart/2016/7/layout/LinearBlockProcessNumbered"/>
    <dgm:cxn modelId="{3284EEE2-36BB-425D-AEE6-9CF6AB8406A4}" type="presOf" srcId="{729DFF01-F8CC-4745-A8C0-CB6410457928}" destId="{86BB82A0-D7A8-43FB-AB44-D31B010CD662}" srcOrd="0" destOrd="0" presId="urn:microsoft.com/office/officeart/2016/7/layout/LinearBlockProcessNumbered"/>
    <dgm:cxn modelId="{EE33A6E4-3D4D-49BF-AC6A-F48D60FB9EDD}" srcId="{13C027CA-FF53-4681-89C7-DDC29398C912}" destId="{1B7AFD6B-A81F-4626-B9F3-DDAA5F9E33D3}" srcOrd="0" destOrd="0" parTransId="{F5834837-2D75-4621-835B-E11E33A7363A}" sibTransId="{50C52EBB-104B-4CFD-AFCC-5F943DCC320F}"/>
    <dgm:cxn modelId="{839A27EF-F01E-465E-B4AE-EB10E6A03272}" type="presOf" srcId="{729DFF01-F8CC-4745-A8C0-CB6410457928}" destId="{5295BA5F-54BA-4F28-A670-92AD911775DC}" srcOrd="1" destOrd="0" presId="urn:microsoft.com/office/officeart/2016/7/layout/LinearBlockProcessNumbered"/>
    <dgm:cxn modelId="{AA6622FF-BF85-47C0-9755-9B2FD6A36C6D}" srcId="{13C027CA-FF53-4681-89C7-DDC29398C912}" destId="{729DFF01-F8CC-4745-A8C0-CB6410457928}" srcOrd="2" destOrd="0" parTransId="{54156B5F-32C7-4155-9EF0-156C391578BF}" sibTransId="{ACE4D87F-8D2A-40B4-9639-15F6E436CA52}"/>
    <dgm:cxn modelId="{E1B60DBC-AD40-450D-AC95-C8278810040B}" type="presParOf" srcId="{62C48852-E393-4D90-9515-3E988746365A}" destId="{68A41F7D-8801-477F-8701-5BF8A0C26E37}" srcOrd="0" destOrd="0" presId="urn:microsoft.com/office/officeart/2016/7/layout/LinearBlockProcessNumbered"/>
    <dgm:cxn modelId="{672E0AEE-6829-49A7-960D-0F9CA8A46308}" type="presParOf" srcId="{68A41F7D-8801-477F-8701-5BF8A0C26E37}" destId="{720F663D-D1D4-48AB-B52A-12B3B286A0D0}" srcOrd="0" destOrd="0" presId="urn:microsoft.com/office/officeart/2016/7/layout/LinearBlockProcessNumbered"/>
    <dgm:cxn modelId="{1BDFD93C-4353-46CA-A13F-8CA7B5B443E1}" type="presParOf" srcId="{68A41F7D-8801-477F-8701-5BF8A0C26E37}" destId="{3D7CAEB4-3603-4EEA-BEF5-E6C059250702}" srcOrd="1" destOrd="0" presId="urn:microsoft.com/office/officeart/2016/7/layout/LinearBlockProcessNumbered"/>
    <dgm:cxn modelId="{9FE6AED3-232B-4110-9518-49A8B21A85C7}" type="presParOf" srcId="{68A41F7D-8801-477F-8701-5BF8A0C26E37}" destId="{258DA457-737B-4333-A5EB-DAFCEDE4CDB3}" srcOrd="2" destOrd="0" presId="urn:microsoft.com/office/officeart/2016/7/layout/LinearBlockProcessNumbered"/>
    <dgm:cxn modelId="{1D620BFE-5F54-47AC-BAA0-84D53B8EB483}" type="presParOf" srcId="{62C48852-E393-4D90-9515-3E988746365A}" destId="{AC258B78-8BB9-478D-AD6E-F6FF0C3BF98D}" srcOrd="1" destOrd="0" presId="urn:microsoft.com/office/officeart/2016/7/layout/LinearBlockProcessNumbered"/>
    <dgm:cxn modelId="{A5284F05-EFD5-4096-8901-E5425B25230F}" type="presParOf" srcId="{62C48852-E393-4D90-9515-3E988746365A}" destId="{15ADCA2E-E997-4C6B-B3D7-844DF8658819}" srcOrd="2" destOrd="0" presId="urn:microsoft.com/office/officeart/2016/7/layout/LinearBlockProcessNumbered"/>
    <dgm:cxn modelId="{35393EFB-13AE-496A-AD54-F162E7F90447}" type="presParOf" srcId="{15ADCA2E-E997-4C6B-B3D7-844DF8658819}" destId="{0160A769-316B-4874-95D7-1C3B873B0F57}" srcOrd="0" destOrd="0" presId="urn:microsoft.com/office/officeart/2016/7/layout/LinearBlockProcessNumbered"/>
    <dgm:cxn modelId="{67BBB9ED-8B61-4A0F-87D9-1E723A28ED0C}" type="presParOf" srcId="{15ADCA2E-E997-4C6B-B3D7-844DF8658819}" destId="{2B8F4D33-9913-4237-9168-2AD25227F940}" srcOrd="1" destOrd="0" presId="urn:microsoft.com/office/officeart/2016/7/layout/LinearBlockProcessNumbered"/>
    <dgm:cxn modelId="{552EB98A-768B-4E1C-8093-8DF8EEC8D335}" type="presParOf" srcId="{15ADCA2E-E997-4C6B-B3D7-844DF8658819}" destId="{7A57123D-7903-406B-AEEB-53187DEB1C3A}" srcOrd="2" destOrd="0" presId="urn:microsoft.com/office/officeart/2016/7/layout/LinearBlockProcessNumbered"/>
    <dgm:cxn modelId="{8371F775-EA48-46E0-A5D9-E6FAED709686}" type="presParOf" srcId="{62C48852-E393-4D90-9515-3E988746365A}" destId="{779361AE-3EFC-4388-B00A-4D4288695861}" srcOrd="3" destOrd="0" presId="urn:microsoft.com/office/officeart/2016/7/layout/LinearBlockProcessNumbered"/>
    <dgm:cxn modelId="{CBBC5841-ADB9-4476-B9C4-F02598469F00}" type="presParOf" srcId="{62C48852-E393-4D90-9515-3E988746365A}" destId="{B2A2DEDB-6108-49E2-8967-B818D7958F04}" srcOrd="4" destOrd="0" presId="urn:microsoft.com/office/officeart/2016/7/layout/LinearBlockProcessNumbered"/>
    <dgm:cxn modelId="{F01B54A6-FDC1-4150-AAA0-95D0BFEB9DE4}" type="presParOf" srcId="{B2A2DEDB-6108-49E2-8967-B818D7958F04}" destId="{86BB82A0-D7A8-43FB-AB44-D31B010CD662}" srcOrd="0" destOrd="0" presId="urn:microsoft.com/office/officeart/2016/7/layout/LinearBlockProcessNumbered"/>
    <dgm:cxn modelId="{BF209DE6-DF6F-4827-B474-378F99EFA8C9}" type="presParOf" srcId="{B2A2DEDB-6108-49E2-8967-B818D7958F04}" destId="{66E1EDFF-6A05-4216-BB6E-4A9AC0047800}" srcOrd="1" destOrd="0" presId="urn:microsoft.com/office/officeart/2016/7/layout/LinearBlockProcessNumbered"/>
    <dgm:cxn modelId="{87C96EA0-433F-4366-825F-0A5E441A8B4A}" type="presParOf" srcId="{B2A2DEDB-6108-49E2-8967-B818D7958F04}" destId="{5295BA5F-54BA-4F28-A670-92AD911775DC}"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D6280F-8F2C-4A5D-9583-6884385EE5D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9796B74-4F36-45A8-B41B-12D287A381AB}">
      <dgm:prSet custT="1"/>
      <dgm:spPr/>
      <dgm:t>
        <a:bodyPr/>
        <a:lstStyle/>
        <a:p>
          <a:pPr>
            <a:lnSpc>
              <a:spcPct val="100000"/>
            </a:lnSpc>
          </a:pPr>
          <a:r>
            <a:rPr lang="en-US" sz="2800" dirty="0">
              <a:hlinkClick xmlns:r="http://schemas.openxmlformats.org/officeDocument/2006/relationships" r:id="rId1"/>
            </a:rPr>
            <a:t>Useful Prompts for Chatbots from TCEA</a:t>
          </a:r>
          <a:endParaRPr lang="en-US" sz="2800" dirty="0"/>
        </a:p>
      </dgm:t>
    </dgm:pt>
    <dgm:pt modelId="{31E7AE48-127B-4BB1-BFEC-71B6E08C6CD6}" type="parTrans" cxnId="{3DDA6852-2289-4C88-9786-610E1A1C9E44}">
      <dgm:prSet/>
      <dgm:spPr/>
      <dgm:t>
        <a:bodyPr/>
        <a:lstStyle/>
        <a:p>
          <a:endParaRPr lang="en-US"/>
        </a:p>
      </dgm:t>
    </dgm:pt>
    <dgm:pt modelId="{663C7623-7342-411C-B38D-9673D9CDE95E}" type="sibTrans" cxnId="{3DDA6852-2289-4C88-9786-610E1A1C9E44}">
      <dgm:prSet/>
      <dgm:spPr/>
      <dgm:t>
        <a:bodyPr/>
        <a:lstStyle/>
        <a:p>
          <a:endParaRPr lang="en-US"/>
        </a:p>
      </dgm:t>
    </dgm:pt>
    <dgm:pt modelId="{65517455-4563-49C5-AEF9-D55C84379B25}">
      <dgm:prSet custT="1"/>
      <dgm:spPr/>
      <dgm:t>
        <a:bodyPr/>
        <a:lstStyle/>
        <a:p>
          <a:pPr>
            <a:lnSpc>
              <a:spcPct val="100000"/>
            </a:lnSpc>
          </a:pPr>
          <a:r>
            <a:rPr lang="en-US" sz="2800" dirty="0">
              <a:hlinkClick xmlns:r="http://schemas.openxmlformats.org/officeDocument/2006/relationships" r:id="rId2"/>
            </a:rPr>
            <a:t>Claude’s Prompt Library</a:t>
          </a:r>
          <a:endParaRPr lang="en-US" sz="2800" dirty="0"/>
        </a:p>
      </dgm:t>
    </dgm:pt>
    <dgm:pt modelId="{4019905B-4332-4832-8B47-833A87F1AC97}" type="parTrans" cxnId="{4B9B1CBD-1C94-4846-AFBF-C6C615B7ABAE}">
      <dgm:prSet/>
      <dgm:spPr/>
      <dgm:t>
        <a:bodyPr/>
        <a:lstStyle/>
        <a:p>
          <a:endParaRPr lang="en-US"/>
        </a:p>
      </dgm:t>
    </dgm:pt>
    <dgm:pt modelId="{E6AAE448-1199-4851-A659-0021B2000162}" type="sibTrans" cxnId="{4B9B1CBD-1C94-4846-AFBF-C6C615B7ABAE}">
      <dgm:prSet/>
      <dgm:spPr/>
      <dgm:t>
        <a:bodyPr/>
        <a:lstStyle/>
        <a:p>
          <a:endParaRPr lang="en-US"/>
        </a:p>
      </dgm:t>
    </dgm:pt>
    <dgm:pt modelId="{E7A38CBB-A13D-47A2-B094-31F0FF011208}" type="pres">
      <dgm:prSet presAssocID="{F9D6280F-8F2C-4A5D-9583-6884385EE5DA}" presName="root" presStyleCnt="0">
        <dgm:presLayoutVars>
          <dgm:dir/>
          <dgm:resizeHandles val="exact"/>
        </dgm:presLayoutVars>
      </dgm:prSet>
      <dgm:spPr/>
    </dgm:pt>
    <dgm:pt modelId="{01DA7DCE-A11E-44E4-9C91-6873EB33711C}" type="pres">
      <dgm:prSet presAssocID="{99796B74-4F36-45A8-B41B-12D287A381AB}" presName="compNode" presStyleCnt="0"/>
      <dgm:spPr/>
    </dgm:pt>
    <dgm:pt modelId="{E7AF738C-F9E4-4B74-BDA9-16CAFA30B3D2}" type="pres">
      <dgm:prSet presAssocID="{99796B74-4F36-45A8-B41B-12D287A381AB}" presName="bgRect" presStyleLbl="bgShp" presStyleIdx="0" presStyleCnt="2"/>
      <dgm:spPr/>
    </dgm:pt>
    <dgm:pt modelId="{DF2EAD33-E9B6-4FAC-A8F6-3DA62346D1B6}" type="pres">
      <dgm:prSet presAssocID="{99796B74-4F36-45A8-B41B-12D287A381AB}" presName="iconRect" presStyleLbl="node1" presStyleIdx="0"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at"/>
        </a:ext>
      </dgm:extLst>
    </dgm:pt>
    <dgm:pt modelId="{47C8F90A-1EF2-4833-8E5C-3B2D90A280F6}" type="pres">
      <dgm:prSet presAssocID="{99796B74-4F36-45A8-B41B-12D287A381AB}" presName="spaceRect" presStyleCnt="0"/>
      <dgm:spPr/>
    </dgm:pt>
    <dgm:pt modelId="{F985A255-0220-4653-8EE4-708092F0A871}" type="pres">
      <dgm:prSet presAssocID="{99796B74-4F36-45A8-B41B-12D287A381AB}" presName="parTx" presStyleLbl="revTx" presStyleIdx="0" presStyleCnt="2">
        <dgm:presLayoutVars>
          <dgm:chMax val="0"/>
          <dgm:chPref val="0"/>
        </dgm:presLayoutVars>
      </dgm:prSet>
      <dgm:spPr/>
    </dgm:pt>
    <dgm:pt modelId="{65554B27-C2F5-4D4F-8E4F-8C9DC9D43F0B}" type="pres">
      <dgm:prSet presAssocID="{663C7623-7342-411C-B38D-9673D9CDE95E}" presName="sibTrans" presStyleCnt="0"/>
      <dgm:spPr/>
    </dgm:pt>
    <dgm:pt modelId="{08D72745-0337-4BF4-80B8-7BE4C61DC304}" type="pres">
      <dgm:prSet presAssocID="{65517455-4563-49C5-AEF9-D55C84379B25}" presName="compNode" presStyleCnt="0"/>
      <dgm:spPr/>
    </dgm:pt>
    <dgm:pt modelId="{CB294729-5971-4BC6-BAA0-D3ADB0152929}" type="pres">
      <dgm:prSet presAssocID="{65517455-4563-49C5-AEF9-D55C84379B25}" presName="bgRect" presStyleLbl="bgShp" presStyleIdx="1" presStyleCnt="2"/>
      <dgm:spPr/>
    </dgm:pt>
    <dgm:pt modelId="{99998561-5CC5-4766-B770-3CB0E5668F38}" type="pres">
      <dgm:prSet presAssocID="{65517455-4563-49C5-AEF9-D55C84379B25}" presName="iconRect" presStyleLbl="node1" presStyleIdx="1" presStyleCnt="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ooks"/>
        </a:ext>
      </dgm:extLst>
    </dgm:pt>
    <dgm:pt modelId="{80481D57-3659-465C-9BDD-43B88A591BEC}" type="pres">
      <dgm:prSet presAssocID="{65517455-4563-49C5-AEF9-D55C84379B25}" presName="spaceRect" presStyleCnt="0"/>
      <dgm:spPr/>
    </dgm:pt>
    <dgm:pt modelId="{DBBEC40F-B3ED-43B3-B138-E5C6C6124133}" type="pres">
      <dgm:prSet presAssocID="{65517455-4563-49C5-AEF9-D55C84379B25}" presName="parTx" presStyleLbl="revTx" presStyleIdx="1" presStyleCnt="2">
        <dgm:presLayoutVars>
          <dgm:chMax val="0"/>
          <dgm:chPref val="0"/>
        </dgm:presLayoutVars>
      </dgm:prSet>
      <dgm:spPr/>
    </dgm:pt>
  </dgm:ptLst>
  <dgm:cxnLst>
    <dgm:cxn modelId="{3DDA6852-2289-4C88-9786-610E1A1C9E44}" srcId="{F9D6280F-8F2C-4A5D-9583-6884385EE5DA}" destId="{99796B74-4F36-45A8-B41B-12D287A381AB}" srcOrd="0" destOrd="0" parTransId="{31E7AE48-127B-4BB1-BFEC-71B6E08C6CD6}" sibTransId="{663C7623-7342-411C-B38D-9673D9CDE95E}"/>
    <dgm:cxn modelId="{C051FF75-B026-4AFB-89AC-E076A7CCD711}" type="presOf" srcId="{F9D6280F-8F2C-4A5D-9583-6884385EE5DA}" destId="{E7A38CBB-A13D-47A2-B094-31F0FF011208}" srcOrd="0" destOrd="0" presId="urn:microsoft.com/office/officeart/2018/2/layout/IconVerticalSolidList"/>
    <dgm:cxn modelId="{F584EEA8-F7A4-4439-8376-F436D80C7BE7}" type="presOf" srcId="{99796B74-4F36-45A8-B41B-12D287A381AB}" destId="{F985A255-0220-4653-8EE4-708092F0A871}" srcOrd="0" destOrd="0" presId="urn:microsoft.com/office/officeart/2018/2/layout/IconVerticalSolidList"/>
    <dgm:cxn modelId="{B472E4BB-00B6-44B1-8EB2-84399516AC55}" type="presOf" srcId="{65517455-4563-49C5-AEF9-D55C84379B25}" destId="{DBBEC40F-B3ED-43B3-B138-E5C6C6124133}" srcOrd="0" destOrd="0" presId="urn:microsoft.com/office/officeart/2018/2/layout/IconVerticalSolidList"/>
    <dgm:cxn modelId="{4B9B1CBD-1C94-4846-AFBF-C6C615B7ABAE}" srcId="{F9D6280F-8F2C-4A5D-9583-6884385EE5DA}" destId="{65517455-4563-49C5-AEF9-D55C84379B25}" srcOrd="1" destOrd="0" parTransId="{4019905B-4332-4832-8B47-833A87F1AC97}" sibTransId="{E6AAE448-1199-4851-A659-0021B2000162}"/>
    <dgm:cxn modelId="{1FAE3412-C7A0-45C4-AB50-613205FFEEC2}" type="presParOf" srcId="{E7A38CBB-A13D-47A2-B094-31F0FF011208}" destId="{01DA7DCE-A11E-44E4-9C91-6873EB33711C}" srcOrd="0" destOrd="0" presId="urn:microsoft.com/office/officeart/2018/2/layout/IconVerticalSolidList"/>
    <dgm:cxn modelId="{D87B0A93-C4C8-485B-929D-9F3B6498E00A}" type="presParOf" srcId="{01DA7DCE-A11E-44E4-9C91-6873EB33711C}" destId="{E7AF738C-F9E4-4B74-BDA9-16CAFA30B3D2}" srcOrd="0" destOrd="0" presId="urn:microsoft.com/office/officeart/2018/2/layout/IconVerticalSolidList"/>
    <dgm:cxn modelId="{31A36B9C-F01C-411C-9BBA-59973BE840DD}" type="presParOf" srcId="{01DA7DCE-A11E-44E4-9C91-6873EB33711C}" destId="{DF2EAD33-E9B6-4FAC-A8F6-3DA62346D1B6}" srcOrd="1" destOrd="0" presId="urn:microsoft.com/office/officeart/2018/2/layout/IconVerticalSolidList"/>
    <dgm:cxn modelId="{16044502-1D56-4F38-96C9-AD33A75D9F5C}" type="presParOf" srcId="{01DA7DCE-A11E-44E4-9C91-6873EB33711C}" destId="{47C8F90A-1EF2-4833-8E5C-3B2D90A280F6}" srcOrd="2" destOrd="0" presId="urn:microsoft.com/office/officeart/2018/2/layout/IconVerticalSolidList"/>
    <dgm:cxn modelId="{B50CAAB4-9430-47AD-B92F-6C636434B959}" type="presParOf" srcId="{01DA7DCE-A11E-44E4-9C91-6873EB33711C}" destId="{F985A255-0220-4653-8EE4-708092F0A871}" srcOrd="3" destOrd="0" presId="urn:microsoft.com/office/officeart/2018/2/layout/IconVerticalSolidList"/>
    <dgm:cxn modelId="{A17744C1-CDE3-4F91-9440-24EF97A76998}" type="presParOf" srcId="{E7A38CBB-A13D-47A2-B094-31F0FF011208}" destId="{65554B27-C2F5-4D4F-8E4F-8C9DC9D43F0B}" srcOrd="1" destOrd="0" presId="urn:microsoft.com/office/officeart/2018/2/layout/IconVerticalSolidList"/>
    <dgm:cxn modelId="{20ECC15D-8E2E-408F-B357-1D144FEA8508}" type="presParOf" srcId="{E7A38CBB-A13D-47A2-B094-31F0FF011208}" destId="{08D72745-0337-4BF4-80B8-7BE4C61DC304}" srcOrd="2" destOrd="0" presId="urn:microsoft.com/office/officeart/2018/2/layout/IconVerticalSolidList"/>
    <dgm:cxn modelId="{B7DD19EA-F9D7-47F3-863F-282E952180C2}" type="presParOf" srcId="{08D72745-0337-4BF4-80B8-7BE4C61DC304}" destId="{CB294729-5971-4BC6-BAA0-D3ADB0152929}" srcOrd="0" destOrd="0" presId="urn:microsoft.com/office/officeart/2018/2/layout/IconVerticalSolidList"/>
    <dgm:cxn modelId="{E72AAEEB-74F4-4DD1-B4A8-6F187D31CE47}" type="presParOf" srcId="{08D72745-0337-4BF4-80B8-7BE4C61DC304}" destId="{99998561-5CC5-4766-B770-3CB0E5668F38}" srcOrd="1" destOrd="0" presId="urn:microsoft.com/office/officeart/2018/2/layout/IconVerticalSolidList"/>
    <dgm:cxn modelId="{A1DE202E-82B0-4375-9379-D3530A103C16}" type="presParOf" srcId="{08D72745-0337-4BF4-80B8-7BE4C61DC304}" destId="{80481D57-3659-465C-9BDD-43B88A591BEC}" srcOrd="2" destOrd="0" presId="urn:microsoft.com/office/officeart/2018/2/layout/IconVerticalSolidList"/>
    <dgm:cxn modelId="{450E1C56-FB13-4CF0-8105-F732583F1039}" type="presParOf" srcId="{08D72745-0337-4BF4-80B8-7BE4C61DC304}" destId="{DBBEC40F-B3ED-43B3-B138-E5C6C61241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B317C9-8B0A-472E-80C3-4991FD5DB1E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4801971-A919-4F8A-888A-ADA7CDB9A96F}">
      <dgm:prSet/>
      <dgm:spPr/>
      <dgm:t>
        <a:bodyPr/>
        <a:lstStyle/>
        <a:p>
          <a:pPr>
            <a:lnSpc>
              <a:spcPct val="100000"/>
            </a:lnSpc>
          </a:pPr>
          <a:r>
            <a:rPr lang="en-US"/>
            <a:t>What are we currently doing that we could do faster and/or more efficiently using AI tools?</a:t>
          </a:r>
        </a:p>
      </dgm:t>
    </dgm:pt>
    <dgm:pt modelId="{71A34A9D-5C04-42CF-B1C2-F56A0A68E65E}" type="parTrans" cxnId="{2B15A791-0F25-4DB2-82CB-EB996D4DC434}">
      <dgm:prSet/>
      <dgm:spPr/>
      <dgm:t>
        <a:bodyPr/>
        <a:lstStyle/>
        <a:p>
          <a:endParaRPr lang="en-US"/>
        </a:p>
      </dgm:t>
    </dgm:pt>
    <dgm:pt modelId="{744416B8-2361-4296-912F-628E10B7E045}" type="sibTrans" cxnId="{2B15A791-0F25-4DB2-82CB-EB996D4DC434}">
      <dgm:prSet/>
      <dgm:spPr/>
      <dgm:t>
        <a:bodyPr/>
        <a:lstStyle/>
        <a:p>
          <a:endParaRPr lang="en-US"/>
        </a:p>
      </dgm:t>
    </dgm:pt>
    <dgm:pt modelId="{341F6D5C-E83C-4F57-89A9-F4000AB10D88}">
      <dgm:prSet/>
      <dgm:spPr/>
      <dgm:t>
        <a:bodyPr/>
        <a:lstStyle/>
        <a:p>
          <a:pPr>
            <a:lnSpc>
              <a:spcPct val="100000"/>
            </a:lnSpc>
          </a:pPr>
          <a:r>
            <a:rPr lang="en-US"/>
            <a:t>What are we not currently able to do that we wish we could? Could AI tools help us with that?</a:t>
          </a:r>
        </a:p>
      </dgm:t>
    </dgm:pt>
    <dgm:pt modelId="{38493785-8B0D-4D00-BC55-31432EAF5FF9}" type="parTrans" cxnId="{DF5222CD-91CB-4B43-950C-3365BE61FD6F}">
      <dgm:prSet/>
      <dgm:spPr/>
      <dgm:t>
        <a:bodyPr/>
        <a:lstStyle/>
        <a:p>
          <a:endParaRPr lang="en-US"/>
        </a:p>
      </dgm:t>
    </dgm:pt>
    <dgm:pt modelId="{A49EDC5B-3366-439D-BFA0-7239439153E2}" type="sibTrans" cxnId="{DF5222CD-91CB-4B43-950C-3365BE61FD6F}">
      <dgm:prSet/>
      <dgm:spPr/>
      <dgm:t>
        <a:bodyPr/>
        <a:lstStyle/>
        <a:p>
          <a:endParaRPr lang="en-US"/>
        </a:p>
      </dgm:t>
    </dgm:pt>
    <dgm:pt modelId="{C7134A36-CDF7-4F6C-9A0A-BC4283284350}">
      <dgm:prSet/>
      <dgm:spPr/>
      <dgm:t>
        <a:bodyPr/>
        <a:lstStyle/>
        <a:p>
          <a:pPr>
            <a:lnSpc>
              <a:spcPct val="100000"/>
            </a:lnSpc>
          </a:pPr>
          <a:r>
            <a:rPr lang="en-US"/>
            <a:t>What, if anything, are we currently doing that could be completely turned over to AI tools?</a:t>
          </a:r>
        </a:p>
      </dgm:t>
    </dgm:pt>
    <dgm:pt modelId="{4A69B702-9826-4DAB-B76C-64D501E39834}" type="parTrans" cxnId="{C7C11EB8-3398-4648-A545-1928D21DA798}">
      <dgm:prSet/>
      <dgm:spPr/>
      <dgm:t>
        <a:bodyPr/>
        <a:lstStyle/>
        <a:p>
          <a:endParaRPr lang="en-US"/>
        </a:p>
      </dgm:t>
    </dgm:pt>
    <dgm:pt modelId="{A278FF05-B597-4607-99F8-AF9F3AD271F5}" type="sibTrans" cxnId="{C7C11EB8-3398-4648-A545-1928D21DA798}">
      <dgm:prSet/>
      <dgm:spPr/>
      <dgm:t>
        <a:bodyPr/>
        <a:lstStyle/>
        <a:p>
          <a:endParaRPr lang="en-US"/>
        </a:p>
      </dgm:t>
    </dgm:pt>
    <dgm:pt modelId="{BA7420DA-AB0B-4425-82BE-BE446B948557}">
      <dgm:prSet/>
      <dgm:spPr/>
      <dgm:t>
        <a:bodyPr/>
        <a:lstStyle/>
        <a:p>
          <a:pPr>
            <a:lnSpc>
              <a:spcPct val="100000"/>
            </a:lnSpc>
          </a:pPr>
          <a:r>
            <a:rPr lang="en-US" i="1"/>
            <a:t>It’s important to be both honest and specific in your answers!</a:t>
          </a:r>
          <a:endParaRPr lang="en-US"/>
        </a:p>
      </dgm:t>
    </dgm:pt>
    <dgm:pt modelId="{41196A09-3F52-4FEB-AF32-E26C13DA78E7}" type="parTrans" cxnId="{4C8210EF-7205-4AE9-8975-EAD8F6D5E75A}">
      <dgm:prSet/>
      <dgm:spPr/>
      <dgm:t>
        <a:bodyPr/>
        <a:lstStyle/>
        <a:p>
          <a:endParaRPr lang="en-US"/>
        </a:p>
      </dgm:t>
    </dgm:pt>
    <dgm:pt modelId="{559E3D72-5421-41A0-978B-22ACC087D735}" type="sibTrans" cxnId="{4C8210EF-7205-4AE9-8975-EAD8F6D5E75A}">
      <dgm:prSet/>
      <dgm:spPr/>
      <dgm:t>
        <a:bodyPr/>
        <a:lstStyle/>
        <a:p>
          <a:endParaRPr lang="en-US"/>
        </a:p>
      </dgm:t>
    </dgm:pt>
    <dgm:pt modelId="{9694A6B0-9ABC-44B9-BD94-AED76680855D}" type="pres">
      <dgm:prSet presAssocID="{91B317C9-8B0A-472E-80C3-4991FD5DB1E6}" presName="root" presStyleCnt="0">
        <dgm:presLayoutVars>
          <dgm:dir/>
          <dgm:resizeHandles val="exact"/>
        </dgm:presLayoutVars>
      </dgm:prSet>
      <dgm:spPr/>
    </dgm:pt>
    <dgm:pt modelId="{6C8B304C-9060-448B-BC36-5B4BCED339F5}" type="pres">
      <dgm:prSet presAssocID="{D4801971-A919-4F8A-888A-ADA7CDB9A96F}" presName="compNode" presStyleCnt="0"/>
      <dgm:spPr/>
    </dgm:pt>
    <dgm:pt modelId="{09FB3172-2C43-4119-8B9C-C54CF2A94B75}" type="pres">
      <dgm:prSet presAssocID="{D4801971-A919-4F8A-888A-ADA7CDB9A96F}" presName="bgRect" presStyleLbl="bgShp" presStyleIdx="0" presStyleCnt="4"/>
      <dgm:spPr/>
    </dgm:pt>
    <dgm:pt modelId="{8255C108-44E8-4B59-9A02-F1A38A1DB9BC}" type="pres">
      <dgm:prSet presAssocID="{D4801971-A919-4F8A-888A-ADA7CDB9A96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D35548F8-1A8D-4AAA-85F5-003F95DCDFA5}" type="pres">
      <dgm:prSet presAssocID="{D4801971-A919-4F8A-888A-ADA7CDB9A96F}" presName="spaceRect" presStyleCnt="0"/>
      <dgm:spPr/>
    </dgm:pt>
    <dgm:pt modelId="{9B71FBD1-46A1-445E-BFF0-62BE24E261C7}" type="pres">
      <dgm:prSet presAssocID="{D4801971-A919-4F8A-888A-ADA7CDB9A96F}" presName="parTx" presStyleLbl="revTx" presStyleIdx="0" presStyleCnt="4">
        <dgm:presLayoutVars>
          <dgm:chMax val="0"/>
          <dgm:chPref val="0"/>
        </dgm:presLayoutVars>
      </dgm:prSet>
      <dgm:spPr/>
    </dgm:pt>
    <dgm:pt modelId="{366D0EA2-B216-43D8-BF4D-850B2657E09A}" type="pres">
      <dgm:prSet presAssocID="{744416B8-2361-4296-912F-628E10B7E045}" presName="sibTrans" presStyleCnt="0"/>
      <dgm:spPr/>
    </dgm:pt>
    <dgm:pt modelId="{146144E7-5B56-49D7-9BCE-CB07ED9D4793}" type="pres">
      <dgm:prSet presAssocID="{341F6D5C-E83C-4F57-89A9-F4000AB10D88}" presName="compNode" presStyleCnt="0"/>
      <dgm:spPr/>
    </dgm:pt>
    <dgm:pt modelId="{87092EBA-17BB-4381-AB74-D549B4A05CD5}" type="pres">
      <dgm:prSet presAssocID="{341F6D5C-E83C-4F57-89A9-F4000AB10D88}" presName="bgRect" presStyleLbl="bgShp" presStyleIdx="1" presStyleCnt="4"/>
      <dgm:spPr/>
    </dgm:pt>
    <dgm:pt modelId="{101F6DFF-0A07-4CBB-9F9C-EDC57E211BFB}" type="pres">
      <dgm:prSet presAssocID="{341F6D5C-E83C-4F57-89A9-F4000AB10D8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obot"/>
        </a:ext>
      </dgm:extLst>
    </dgm:pt>
    <dgm:pt modelId="{ABFB7B5F-349E-4955-9A69-6F09DBB6BAB6}" type="pres">
      <dgm:prSet presAssocID="{341F6D5C-E83C-4F57-89A9-F4000AB10D88}" presName="spaceRect" presStyleCnt="0"/>
      <dgm:spPr/>
    </dgm:pt>
    <dgm:pt modelId="{86523790-8E75-4FA6-825F-7D9BF81309A5}" type="pres">
      <dgm:prSet presAssocID="{341F6D5C-E83C-4F57-89A9-F4000AB10D88}" presName="parTx" presStyleLbl="revTx" presStyleIdx="1" presStyleCnt="4">
        <dgm:presLayoutVars>
          <dgm:chMax val="0"/>
          <dgm:chPref val="0"/>
        </dgm:presLayoutVars>
      </dgm:prSet>
      <dgm:spPr/>
    </dgm:pt>
    <dgm:pt modelId="{FB989F02-FA5A-4507-8674-0B493F4F8DDF}" type="pres">
      <dgm:prSet presAssocID="{A49EDC5B-3366-439D-BFA0-7239439153E2}" presName="sibTrans" presStyleCnt="0"/>
      <dgm:spPr/>
    </dgm:pt>
    <dgm:pt modelId="{A07F3B5E-CEDA-4539-9CDA-32D455190EBD}" type="pres">
      <dgm:prSet presAssocID="{C7134A36-CDF7-4F6C-9A0A-BC4283284350}" presName="compNode" presStyleCnt="0"/>
      <dgm:spPr/>
    </dgm:pt>
    <dgm:pt modelId="{2719AA4D-5BE9-4C8E-8492-8DB39107AA1D}" type="pres">
      <dgm:prSet presAssocID="{C7134A36-CDF7-4F6C-9A0A-BC4283284350}" presName="bgRect" presStyleLbl="bgShp" presStyleIdx="2" presStyleCnt="4"/>
      <dgm:spPr/>
    </dgm:pt>
    <dgm:pt modelId="{663E9482-2273-4B9C-9C90-B064F1A48573}" type="pres">
      <dgm:prSet presAssocID="{C7134A36-CDF7-4F6C-9A0A-BC428328435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ght Bulb and Gear"/>
        </a:ext>
      </dgm:extLst>
    </dgm:pt>
    <dgm:pt modelId="{2324697B-3E3A-406D-8B35-67833AE9325F}" type="pres">
      <dgm:prSet presAssocID="{C7134A36-CDF7-4F6C-9A0A-BC4283284350}" presName="spaceRect" presStyleCnt="0"/>
      <dgm:spPr/>
    </dgm:pt>
    <dgm:pt modelId="{BC884A17-3B15-4C67-82DE-2CCDA1B03E35}" type="pres">
      <dgm:prSet presAssocID="{C7134A36-CDF7-4F6C-9A0A-BC4283284350}" presName="parTx" presStyleLbl="revTx" presStyleIdx="2" presStyleCnt="4">
        <dgm:presLayoutVars>
          <dgm:chMax val="0"/>
          <dgm:chPref val="0"/>
        </dgm:presLayoutVars>
      </dgm:prSet>
      <dgm:spPr/>
    </dgm:pt>
    <dgm:pt modelId="{43A5241B-F490-43A3-B014-01EAC39743B4}" type="pres">
      <dgm:prSet presAssocID="{A278FF05-B597-4607-99F8-AF9F3AD271F5}" presName="sibTrans" presStyleCnt="0"/>
      <dgm:spPr/>
    </dgm:pt>
    <dgm:pt modelId="{D62BB4F1-93D4-4016-9275-D289415F1CAD}" type="pres">
      <dgm:prSet presAssocID="{BA7420DA-AB0B-4425-82BE-BE446B948557}" presName="compNode" presStyleCnt="0"/>
      <dgm:spPr/>
    </dgm:pt>
    <dgm:pt modelId="{BA17A67C-ACC8-4B3D-BFD7-4F4038618503}" type="pres">
      <dgm:prSet presAssocID="{BA7420DA-AB0B-4425-82BE-BE446B948557}" presName="bgRect" presStyleLbl="bgShp" presStyleIdx="3" presStyleCnt="4"/>
      <dgm:spPr/>
    </dgm:pt>
    <dgm:pt modelId="{EAB5FCC7-D73E-4FE8-B70D-1740DB4D51C4}" type="pres">
      <dgm:prSet presAssocID="{BA7420DA-AB0B-4425-82BE-BE446B94855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gnifying glass"/>
        </a:ext>
      </dgm:extLst>
    </dgm:pt>
    <dgm:pt modelId="{97868073-2180-4661-A664-53C228BFE6A1}" type="pres">
      <dgm:prSet presAssocID="{BA7420DA-AB0B-4425-82BE-BE446B948557}" presName="spaceRect" presStyleCnt="0"/>
      <dgm:spPr/>
    </dgm:pt>
    <dgm:pt modelId="{9E1A6F6B-EC01-48A0-A540-5A178CA90D6E}" type="pres">
      <dgm:prSet presAssocID="{BA7420DA-AB0B-4425-82BE-BE446B948557}" presName="parTx" presStyleLbl="revTx" presStyleIdx="3" presStyleCnt="4">
        <dgm:presLayoutVars>
          <dgm:chMax val="0"/>
          <dgm:chPref val="0"/>
        </dgm:presLayoutVars>
      </dgm:prSet>
      <dgm:spPr/>
    </dgm:pt>
  </dgm:ptLst>
  <dgm:cxnLst>
    <dgm:cxn modelId="{4F42BB20-8636-4CC5-BFFE-9020E62FD123}" type="presOf" srcId="{BA7420DA-AB0B-4425-82BE-BE446B948557}" destId="{9E1A6F6B-EC01-48A0-A540-5A178CA90D6E}" srcOrd="0" destOrd="0" presId="urn:microsoft.com/office/officeart/2018/2/layout/IconVerticalSolidList"/>
    <dgm:cxn modelId="{3E4E252C-29DC-4B47-9A03-26506B5A219D}" type="presOf" srcId="{341F6D5C-E83C-4F57-89A9-F4000AB10D88}" destId="{86523790-8E75-4FA6-825F-7D9BF81309A5}" srcOrd="0" destOrd="0" presId="urn:microsoft.com/office/officeart/2018/2/layout/IconVerticalSolidList"/>
    <dgm:cxn modelId="{2B15A791-0F25-4DB2-82CB-EB996D4DC434}" srcId="{91B317C9-8B0A-472E-80C3-4991FD5DB1E6}" destId="{D4801971-A919-4F8A-888A-ADA7CDB9A96F}" srcOrd="0" destOrd="0" parTransId="{71A34A9D-5C04-42CF-B1C2-F56A0A68E65E}" sibTransId="{744416B8-2361-4296-912F-628E10B7E045}"/>
    <dgm:cxn modelId="{FC8921B0-34AC-4C49-ADA0-772FD0EDCD86}" type="presOf" srcId="{C7134A36-CDF7-4F6C-9A0A-BC4283284350}" destId="{BC884A17-3B15-4C67-82DE-2CCDA1B03E35}" srcOrd="0" destOrd="0" presId="urn:microsoft.com/office/officeart/2018/2/layout/IconVerticalSolidList"/>
    <dgm:cxn modelId="{49D646B4-5BEC-41CF-93DF-F91702825254}" type="presOf" srcId="{D4801971-A919-4F8A-888A-ADA7CDB9A96F}" destId="{9B71FBD1-46A1-445E-BFF0-62BE24E261C7}" srcOrd="0" destOrd="0" presId="urn:microsoft.com/office/officeart/2018/2/layout/IconVerticalSolidList"/>
    <dgm:cxn modelId="{C7C11EB8-3398-4648-A545-1928D21DA798}" srcId="{91B317C9-8B0A-472E-80C3-4991FD5DB1E6}" destId="{C7134A36-CDF7-4F6C-9A0A-BC4283284350}" srcOrd="2" destOrd="0" parTransId="{4A69B702-9826-4DAB-B76C-64D501E39834}" sibTransId="{A278FF05-B597-4607-99F8-AF9F3AD271F5}"/>
    <dgm:cxn modelId="{DF5222CD-91CB-4B43-950C-3365BE61FD6F}" srcId="{91B317C9-8B0A-472E-80C3-4991FD5DB1E6}" destId="{341F6D5C-E83C-4F57-89A9-F4000AB10D88}" srcOrd="1" destOrd="0" parTransId="{38493785-8B0D-4D00-BC55-31432EAF5FF9}" sibTransId="{A49EDC5B-3366-439D-BFA0-7239439153E2}"/>
    <dgm:cxn modelId="{4C8210EF-7205-4AE9-8975-EAD8F6D5E75A}" srcId="{91B317C9-8B0A-472E-80C3-4991FD5DB1E6}" destId="{BA7420DA-AB0B-4425-82BE-BE446B948557}" srcOrd="3" destOrd="0" parTransId="{41196A09-3F52-4FEB-AF32-E26C13DA78E7}" sibTransId="{559E3D72-5421-41A0-978B-22ACC087D735}"/>
    <dgm:cxn modelId="{206D63F5-CE3C-4B43-B369-6A7D1E3B4C86}" type="presOf" srcId="{91B317C9-8B0A-472E-80C3-4991FD5DB1E6}" destId="{9694A6B0-9ABC-44B9-BD94-AED76680855D}" srcOrd="0" destOrd="0" presId="urn:microsoft.com/office/officeart/2018/2/layout/IconVerticalSolidList"/>
    <dgm:cxn modelId="{DF0DB8FC-061F-4959-AF5A-58C84FC858DF}" type="presParOf" srcId="{9694A6B0-9ABC-44B9-BD94-AED76680855D}" destId="{6C8B304C-9060-448B-BC36-5B4BCED339F5}" srcOrd="0" destOrd="0" presId="urn:microsoft.com/office/officeart/2018/2/layout/IconVerticalSolidList"/>
    <dgm:cxn modelId="{A996FB75-8D3C-480C-B2F8-7FFD70E3AD3A}" type="presParOf" srcId="{6C8B304C-9060-448B-BC36-5B4BCED339F5}" destId="{09FB3172-2C43-4119-8B9C-C54CF2A94B75}" srcOrd="0" destOrd="0" presId="urn:microsoft.com/office/officeart/2018/2/layout/IconVerticalSolidList"/>
    <dgm:cxn modelId="{D9AE4849-8619-4BAD-A94C-11E91ECA817E}" type="presParOf" srcId="{6C8B304C-9060-448B-BC36-5B4BCED339F5}" destId="{8255C108-44E8-4B59-9A02-F1A38A1DB9BC}" srcOrd="1" destOrd="0" presId="urn:microsoft.com/office/officeart/2018/2/layout/IconVerticalSolidList"/>
    <dgm:cxn modelId="{E18DD778-9926-4A70-A66D-60B8278A5F5E}" type="presParOf" srcId="{6C8B304C-9060-448B-BC36-5B4BCED339F5}" destId="{D35548F8-1A8D-4AAA-85F5-003F95DCDFA5}" srcOrd="2" destOrd="0" presId="urn:microsoft.com/office/officeart/2018/2/layout/IconVerticalSolidList"/>
    <dgm:cxn modelId="{7410A331-B343-467D-8A96-657B1E2B20B3}" type="presParOf" srcId="{6C8B304C-9060-448B-BC36-5B4BCED339F5}" destId="{9B71FBD1-46A1-445E-BFF0-62BE24E261C7}" srcOrd="3" destOrd="0" presId="urn:microsoft.com/office/officeart/2018/2/layout/IconVerticalSolidList"/>
    <dgm:cxn modelId="{01F84845-2256-4C0C-9C5C-5640F458C8EC}" type="presParOf" srcId="{9694A6B0-9ABC-44B9-BD94-AED76680855D}" destId="{366D0EA2-B216-43D8-BF4D-850B2657E09A}" srcOrd="1" destOrd="0" presId="urn:microsoft.com/office/officeart/2018/2/layout/IconVerticalSolidList"/>
    <dgm:cxn modelId="{8196CC51-5F6F-4031-B707-9B86D973AA4A}" type="presParOf" srcId="{9694A6B0-9ABC-44B9-BD94-AED76680855D}" destId="{146144E7-5B56-49D7-9BCE-CB07ED9D4793}" srcOrd="2" destOrd="0" presId="urn:microsoft.com/office/officeart/2018/2/layout/IconVerticalSolidList"/>
    <dgm:cxn modelId="{97B33F9A-150B-4CF3-A14D-3DCD8ABD37B5}" type="presParOf" srcId="{146144E7-5B56-49D7-9BCE-CB07ED9D4793}" destId="{87092EBA-17BB-4381-AB74-D549B4A05CD5}" srcOrd="0" destOrd="0" presId="urn:microsoft.com/office/officeart/2018/2/layout/IconVerticalSolidList"/>
    <dgm:cxn modelId="{05B62C5C-A856-412F-A3E3-CCA05F15319B}" type="presParOf" srcId="{146144E7-5B56-49D7-9BCE-CB07ED9D4793}" destId="{101F6DFF-0A07-4CBB-9F9C-EDC57E211BFB}" srcOrd="1" destOrd="0" presId="urn:microsoft.com/office/officeart/2018/2/layout/IconVerticalSolidList"/>
    <dgm:cxn modelId="{FC83097E-EF12-4104-9BD5-430E46C53E0E}" type="presParOf" srcId="{146144E7-5B56-49D7-9BCE-CB07ED9D4793}" destId="{ABFB7B5F-349E-4955-9A69-6F09DBB6BAB6}" srcOrd="2" destOrd="0" presId="urn:microsoft.com/office/officeart/2018/2/layout/IconVerticalSolidList"/>
    <dgm:cxn modelId="{01C502B9-1513-4972-945D-68E1B132ED89}" type="presParOf" srcId="{146144E7-5B56-49D7-9BCE-CB07ED9D4793}" destId="{86523790-8E75-4FA6-825F-7D9BF81309A5}" srcOrd="3" destOrd="0" presId="urn:microsoft.com/office/officeart/2018/2/layout/IconVerticalSolidList"/>
    <dgm:cxn modelId="{A6530250-EFBF-46B2-965A-BFC93550C340}" type="presParOf" srcId="{9694A6B0-9ABC-44B9-BD94-AED76680855D}" destId="{FB989F02-FA5A-4507-8674-0B493F4F8DDF}" srcOrd="3" destOrd="0" presId="urn:microsoft.com/office/officeart/2018/2/layout/IconVerticalSolidList"/>
    <dgm:cxn modelId="{E6739BFD-C635-4B41-8F04-535CC4E9A5A1}" type="presParOf" srcId="{9694A6B0-9ABC-44B9-BD94-AED76680855D}" destId="{A07F3B5E-CEDA-4539-9CDA-32D455190EBD}" srcOrd="4" destOrd="0" presId="urn:microsoft.com/office/officeart/2018/2/layout/IconVerticalSolidList"/>
    <dgm:cxn modelId="{7ECD067E-B4A8-4025-AD0A-F2B3C892642A}" type="presParOf" srcId="{A07F3B5E-CEDA-4539-9CDA-32D455190EBD}" destId="{2719AA4D-5BE9-4C8E-8492-8DB39107AA1D}" srcOrd="0" destOrd="0" presId="urn:microsoft.com/office/officeart/2018/2/layout/IconVerticalSolidList"/>
    <dgm:cxn modelId="{654A74BB-CF7E-43AF-884D-F23564484882}" type="presParOf" srcId="{A07F3B5E-CEDA-4539-9CDA-32D455190EBD}" destId="{663E9482-2273-4B9C-9C90-B064F1A48573}" srcOrd="1" destOrd="0" presId="urn:microsoft.com/office/officeart/2018/2/layout/IconVerticalSolidList"/>
    <dgm:cxn modelId="{620FBF71-323C-4B28-9ECE-D409594A46EB}" type="presParOf" srcId="{A07F3B5E-CEDA-4539-9CDA-32D455190EBD}" destId="{2324697B-3E3A-406D-8B35-67833AE9325F}" srcOrd="2" destOrd="0" presId="urn:microsoft.com/office/officeart/2018/2/layout/IconVerticalSolidList"/>
    <dgm:cxn modelId="{6814784A-A3F6-4D27-BE43-3C5652C79B1B}" type="presParOf" srcId="{A07F3B5E-CEDA-4539-9CDA-32D455190EBD}" destId="{BC884A17-3B15-4C67-82DE-2CCDA1B03E35}" srcOrd="3" destOrd="0" presId="urn:microsoft.com/office/officeart/2018/2/layout/IconVerticalSolidList"/>
    <dgm:cxn modelId="{8304CEAD-0552-4DBA-B4A7-2D771B061413}" type="presParOf" srcId="{9694A6B0-9ABC-44B9-BD94-AED76680855D}" destId="{43A5241B-F490-43A3-B014-01EAC39743B4}" srcOrd="5" destOrd="0" presId="urn:microsoft.com/office/officeart/2018/2/layout/IconVerticalSolidList"/>
    <dgm:cxn modelId="{3C97BB45-7173-4449-BAD9-C02C4953E02F}" type="presParOf" srcId="{9694A6B0-9ABC-44B9-BD94-AED76680855D}" destId="{D62BB4F1-93D4-4016-9275-D289415F1CAD}" srcOrd="6" destOrd="0" presId="urn:microsoft.com/office/officeart/2018/2/layout/IconVerticalSolidList"/>
    <dgm:cxn modelId="{5546EB34-21C2-4E2A-90FF-81458D6D68B9}" type="presParOf" srcId="{D62BB4F1-93D4-4016-9275-D289415F1CAD}" destId="{BA17A67C-ACC8-4B3D-BFD7-4F4038618503}" srcOrd="0" destOrd="0" presId="urn:microsoft.com/office/officeart/2018/2/layout/IconVerticalSolidList"/>
    <dgm:cxn modelId="{F1B8EDF4-11DD-4A24-ACFD-13C09603CC1C}" type="presParOf" srcId="{D62BB4F1-93D4-4016-9275-D289415F1CAD}" destId="{EAB5FCC7-D73E-4FE8-B70D-1740DB4D51C4}" srcOrd="1" destOrd="0" presId="urn:microsoft.com/office/officeart/2018/2/layout/IconVerticalSolidList"/>
    <dgm:cxn modelId="{968FA3C2-396C-482D-99D8-B20ED1B42C4F}" type="presParOf" srcId="{D62BB4F1-93D4-4016-9275-D289415F1CAD}" destId="{97868073-2180-4661-A664-53C228BFE6A1}" srcOrd="2" destOrd="0" presId="urn:microsoft.com/office/officeart/2018/2/layout/IconVerticalSolidList"/>
    <dgm:cxn modelId="{6C4D6017-CC5B-494F-982A-E9B1F878D0CF}" type="presParOf" srcId="{D62BB4F1-93D4-4016-9275-D289415F1CAD}" destId="{9E1A6F6B-EC01-48A0-A540-5A178CA90D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7547EB-050B-415D-B106-F1DC3E238192}"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DADD0482-C9FA-4199-A6FB-4C61A27C8453}">
      <dgm:prSet/>
      <dgm:spPr/>
      <dgm:t>
        <a:bodyPr/>
        <a:lstStyle/>
        <a:p>
          <a:r>
            <a:rPr lang="en-US"/>
            <a:t>Create engaging content for the community</a:t>
          </a:r>
        </a:p>
      </dgm:t>
    </dgm:pt>
    <dgm:pt modelId="{31E0BF07-3AC6-411A-8396-745BCBB90133}" type="parTrans" cxnId="{648AAD73-7EC9-4554-BFCC-4D1AD628C20E}">
      <dgm:prSet/>
      <dgm:spPr/>
      <dgm:t>
        <a:bodyPr/>
        <a:lstStyle/>
        <a:p>
          <a:endParaRPr lang="en-US"/>
        </a:p>
      </dgm:t>
    </dgm:pt>
    <dgm:pt modelId="{4BB7D94D-88D8-4DC4-90C1-709656312982}" type="sibTrans" cxnId="{648AAD73-7EC9-4554-BFCC-4D1AD628C20E}">
      <dgm:prSet/>
      <dgm:spPr/>
      <dgm:t>
        <a:bodyPr/>
        <a:lstStyle/>
        <a:p>
          <a:endParaRPr lang="en-US"/>
        </a:p>
      </dgm:t>
    </dgm:pt>
    <dgm:pt modelId="{04389A0D-B40D-40AF-9883-99FFA9A756DA}">
      <dgm:prSet/>
      <dgm:spPr/>
      <dgm:t>
        <a:bodyPr/>
        <a:lstStyle/>
        <a:p>
          <a:r>
            <a:rPr lang="en-US"/>
            <a:t>Predictive analytics for member retention</a:t>
          </a:r>
        </a:p>
      </dgm:t>
    </dgm:pt>
    <dgm:pt modelId="{A4A3C498-091B-4DEB-8E7E-6268CBC9D870}" type="parTrans" cxnId="{82CAB9DD-FB5D-4B28-AD00-6E57537EEC79}">
      <dgm:prSet/>
      <dgm:spPr/>
      <dgm:t>
        <a:bodyPr/>
        <a:lstStyle/>
        <a:p>
          <a:endParaRPr lang="en-US"/>
        </a:p>
      </dgm:t>
    </dgm:pt>
    <dgm:pt modelId="{9A10D67E-2B7B-4584-8CC2-C0F29FAE3E01}" type="sibTrans" cxnId="{82CAB9DD-FB5D-4B28-AD00-6E57537EEC79}">
      <dgm:prSet/>
      <dgm:spPr/>
      <dgm:t>
        <a:bodyPr/>
        <a:lstStyle/>
        <a:p>
          <a:endParaRPr lang="en-US"/>
        </a:p>
      </dgm:t>
    </dgm:pt>
    <dgm:pt modelId="{6DDDC290-9594-423D-BE5E-709CEDE241E0}">
      <dgm:prSet/>
      <dgm:spPr/>
      <dgm:t>
        <a:bodyPr/>
        <a:lstStyle/>
        <a:p>
          <a:r>
            <a:rPr lang="en-US"/>
            <a:t>Personalized member communication and customer service bots</a:t>
          </a:r>
        </a:p>
      </dgm:t>
    </dgm:pt>
    <dgm:pt modelId="{30328110-5E41-42D5-B69C-826B42B45B96}" type="parTrans" cxnId="{E790D433-0406-4B95-946A-016A38C1485C}">
      <dgm:prSet/>
      <dgm:spPr/>
      <dgm:t>
        <a:bodyPr/>
        <a:lstStyle/>
        <a:p>
          <a:endParaRPr lang="en-US"/>
        </a:p>
      </dgm:t>
    </dgm:pt>
    <dgm:pt modelId="{312399DE-F29D-4C15-B0DF-B7C9577244B9}" type="sibTrans" cxnId="{E790D433-0406-4B95-946A-016A38C1485C}">
      <dgm:prSet/>
      <dgm:spPr/>
      <dgm:t>
        <a:bodyPr/>
        <a:lstStyle/>
        <a:p>
          <a:endParaRPr lang="en-US"/>
        </a:p>
      </dgm:t>
    </dgm:pt>
    <dgm:pt modelId="{49328668-7487-46DD-A77B-1B2D855B365D}">
      <dgm:prSet/>
      <dgm:spPr/>
      <dgm:t>
        <a:bodyPr/>
        <a:lstStyle/>
        <a:p>
          <a:r>
            <a:rPr lang="en-US"/>
            <a:t>Automated personalized membership renewals</a:t>
          </a:r>
        </a:p>
      </dgm:t>
    </dgm:pt>
    <dgm:pt modelId="{5722CD25-F490-4B3D-B0D9-2772D647673F}" type="parTrans" cxnId="{B741980F-F542-4E9D-8E32-72A8ABFD4B6D}">
      <dgm:prSet/>
      <dgm:spPr/>
      <dgm:t>
        <a:bodyPr/>
        <a:lstStyle/>
        <a:p>
          <a:endParaRPr lang="en-US"/>
        </a:p>
      </dgm:t>
    </dgm:pt>
    <dgm:pt modelId="{E5E1EFD0-95D8-449F-A452-F164A51F971D}" type="sibTrans" cxnId="{B741980F-F542-4E9D-8E32-72A8ABFD4B6D}">
      <dgm:prSet/>
      <dgm:spPr/>
      <dgm:t>
        <a:bodyPr/>
        <a:lstStyle/>
        <a:p>
          <a:endParaRPr lang="en-US"/>
        </a:p>
      </dgm:t>
    </dgm:pt>
    <dgm:pt modelId="{A27960EB-E1FF-4004-900E-4E4182C9DE55}">
      <dgm:prSet/>
      <dgm:spPr/>
      <dgm:t>
        <a:bodyPr/>
        <a:lstStyle/>
        <a:p>
          <a:r>
            <a:rPr lang="en-US"/>
            <a:t>AI-powered surveys and feedback collection</a:t>
          </a:r>
        </a:p>
      </dgm:t>
    </dgm:pt>
    <dgm:pt modelId="{94A3318B-E077-48C4-B42B-BB7B19B921B5}" type="parTrans" cxnId="{03FB4926-7149-4B51-A679-4B04DB0EF1B0}">
      <dgm:prSet/>
      <dgm:spPr/>
      <dgm:t>
        <a:bodyPr/>
        <a:lstStyle/>
        <a:p>
          <a:endParaRPr lang="en-US"/>
        </a:p>
      </dgm:t>
    </dgm:pt>
    <dgm:pt modelId="{3F932B10-2F7B-4607-9B73-2F4F591CA1DE}" type="sibTrans" cxnId="{03FB4926-7149-4B51-A679-4B04DB0EF1B0}">
      <dgm:prSet/>
      <dgm:spPr/>
      <dgm:t>
        <a:bodyPr/>
        <a:lstStyle/>
        <a:p>
          <a:endParaRPr lang="en-US"/>
        </a:p>
      </dgm:t>
    </dgm:pt>
    <dgm:pt modelId="{DB89026F-1EE3-42C3-86F5-84FEB89E4B34}">
      <dgm:prSet/>
      <dgm:spPr/>
      <dgm:t>
        <a:bodyPr/>
        <a:lstStyle/>
        <a:p>
          <a:r>
            <a:rPr lang="en-US"/>
            <a:t>Behavioral analysis for member segmentation</a:t>
          </a:r>
        </a:p>
      </dgm:t>
    </dgm:pt>
    <dgm:pt modelId="{EB14423A-E595-4333-96DE-2E9B1A09148F}" type="parTrans" cxnId="{4DA179EA-4793-48F9-8794-7B72510DBB62}">
      <dgm:prSet/>
      <dgm:spPr/>
      <dgm:t>
        <a:bodyPr/>
        <a:lstStyle/>
        <a:p>
          <a:endParaRPr lang="en-US"/>
        </a:p>
      </dgm:t>
    </dgm:pt>
    <dgm:pt modelId="{E2F5C29E-0F16-4D3D-A040-9F71BC385B6E}" type="sibTrans" cxnId="{4DA179EA-4793-48F9-8794-7B72510DBB62}">
      <dgm:prSet/>
      <dgm:spPr/>
      <dgm:t>
        <a:bodyPr/>
        <a:lstStyle/>
        <a:p>
          <a:endParaRPr lang="en-US"/>
        </a:p>
      </dgm:t>
    </dgm:pt>
    <dgm:pt modelId="{BC50BFB4-40D7-4F5D-A312-87F507751CA3}">
      <dgm:prSet/>
      <dgm:spPr/>
      <dgm:t>
        <a:bodyPr/>
        <a:lstStyle/>
        <a:p>
          <a:r>
            <a:rPr lang="en-US"/>
            <a:t>Conduct market research</a:t>
          </a:r>
        </a:p>
      </dgm:t>
    </dgm:pt>
    <dgm:pt modelId="{271BD0AC-D6D2-4966-8DAD-C320F271A40C}" type="parTrans" cxnId="{67572BE6-969B-46F2-9297-02782C8378C2}">
      <dgm:prSet/>
      <dgm:spPr/>
      <dgm:t>
        <a:bodyPr/>
        <a:lstStyle/>
        <a:p>
          <a:endParaRPr lang="en-US"/>
        </a:p>
      </dgm:t>
    </dgm:pt>
    <dgm:pt modelId="{1D2571B0-28D0-40DD-96B0-C7FBFB5775E2}" type="sibTrans" cxnId="{67572BE6-969B-46F2-9297-02782C8378C2}">
      <dgm:prSet/>
      <dgm:spPr/>
      <dgm:t>
        <a:bodyPr/>
        <a:lstStyle/>
        <a:p>
          <a:endParaRPr lang="en-US"/>
        </a:p>
      </dgm:t>
    </dgm:pt>
    <dgm:pt modelId="{77FEAE20-62FF-4E38-A0B0-A5DE4FEA792F}">
      <dgm:prSet/>
      <dgm:spPr/>
      <dgm:t>
        <a:bodyPr/>
        <a:lstStyle/>
        <a:p>
          <a:r>
            <a:rPr lang="en-US" dirty="0"/>
            <a:t>Create and manage an advocacy campaign with a tool like </a:t>
          </a:r>
          <a:r>
            <a:rPr lang="en-US" dirty="0">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Rally Starter</a:t>
          </a:r>
          <a:endParaRPr lang="en-US" dirty="0">
            <a:solidFill>
              <a:schemeClr val="bg1"/>
            </a:solidFill>
          </a:endParaRPr>
        </a:p>
      </dgm:t>
    </dgm:pt>
    <dgm:pt modelId="{22FB585B-6041-42EB-8639-CD8032F55DF6}" type="parTrans" cxnId="{337A629B-5B8E-42D5-AE8C-A01901BA078D}">
      <dgm:prSet/>
      <dgm:spPr/>
      <dgm:t>
        <a:bodyPr/>
        <a:lstStyle/>
        <a:p>
          <a:endParaRPr lang="en-US"/>
        </a:p>
      </dgm:t>
    </dgm:pt>
    <dgm:pt modelId="{CFF047F1-7184-4869-A6B8-A43209FFC3A9}" type="sibTrans" cxnId="{337A629B-5B8E-42D5-AE8C-A01901BA078D}">
      <dgm:prSet/>
      <dgm:spPr/>
      <dgm:t>
        <a:bodyPr/>
        <a:lstStyle/>
        <a:p>
          <a:endParaRPr lang="en-US"/>
        </a:p>
      </dgm:t>
    </dgm:pt>
    <dgm:pt modelId="{B8727C5C-1235-42EE-840B-7DDB14A25D64}" type="pres">
      <dgm:prSet presAssocID="{1F7547EB-050B-415D-B106-F1DC3E238192}" presName="diagram" presStyleCnt="0">
        <dgm:presLayoutVars>
          <dgm:dir/>
          <dgm:resizeHandles val="exact"/>
        </dgm:presLayoutVars>
      </dgm:prSet>
      <dgm:spPr/>
    </dgm:pt>
    <dgm:pt modelId="{40B0B6ED-76EC-4BEA-9B20-EDD2F7C0F510}" type="pres">
      <dgm:prSet presAssocID="{DADD0482-C9FA-4199-A6FB-4C61A27C8453}" presName="node" presStyleLbl="node1" presStyleIdx="0" presStyleCnt="8">
        <dgm:presLayoutVars>
          <dgm:bulletEnabled val="1"/>
        </dgm:presLayoutVars>
      </dgm:prSet>
      <dgm:spPr/>
    </dgm:pt>
    <dgm:pt modelId="{F541A6CF-BBD0-4E61-9803-4A8594832E60}" type="pres">
      <dgm:prSet presAssocID="{4BB7D94D-88D8-4DC4-90C1-709656312982}" presName="sibTrans" presStyleCnt="0"/>
      <dgm:spPr/>
    </dgm:pt>
    <dgm:pt modelId="{D5D9A763-0FFE-469B-AC75-CC059AAF317C}" type="pres">
      <dgm:prSet presAssocID="{04389A0D-B40D-40AF-9883-99FFA9A756DA}" presName="node" presStyleLbl="node1" presStyleIdx="1" presStyleCnt="8">
        <dgm:presLayoutVars>
          <dgm:bulletEnabled val="1"/>
        </dgm:presLayoutVars>
      </dgm:prSet>
      <dgm:spPr/>
    </dgm:pt>
    <dgm:pt modelId="{45A8ABC9-0147-4547-86F1-6B75122C9A12}" type="pres">
      <dgm:prSet presAssocID="{9A10D67E-2B7B-4584-8CC2-C0F29FAE3E01}" presName="sibTrans" presStyleCnt="0"/>
      <dgm:spPr/>
    </dgm:pt>
    <dgm:pt modelId="{78EEB597-59A2-4D0E-82D1-6C8C5842C4D8}" type="pres">
      <dgm:prSet presAssocID="{6DDDC290-9594-423D-BE5E-709CEDE241E0}" presName="node" presStyleLbl="node1" presStyleIdx="2" presStyleCnt="8">
        <dgm:presLayoutVars>
          <dgm:bulletEnabled val="1"/>
        </dgm:presLayoutVars>
      </dgm:prSet>
      <dgm:spPr/>
    </dgm:pt>
    <dgm:pt modelId="{0FCBF2E3-3242-40BA-8C7D-2EF5AF2E6A9C}" type="pres">
      <dgm:prSet presAssocID="{312399DE-F29D-4C15-B0DF-B7C9577244B9}" presName="sibTrans" presStyleCnt="0"/>
      <dgm:spPr/>
    </dgm:pt>
    <dgm:pt modelId="{AB5F806F-BD40-46D4-8013-3EF19BEBB4C0}" type="pres">
      <dgm:prSet presAssocID="{49328668-7487-46DD-A77B-1B2D855B365D}" presName="node" presStyleLbl="node1" presStyleIdx="3" presStyleCnt="8">
        <dgm:presLayoutVars>
          <dgm:bulletEnabled val="1"/>
        </dgm:presLayoutVars>
      </dgm:prSet>
      <dgm:spPr/>
    </dgm:pt>
    <dgm:pt modelId="{3B82B762-744D-466D-8CCB-8A9185F01814}" type="pres">
      <dgm:prSet presAssocID="{E5E1EFD0-95D8-449F-A452-F164A51F971D}" presName="sibTrans" presStyleCnt="0"/>
      <dgm:spPr/>
    </dgm:pt>
    <dgm:pt modelId="{00D0FFA4-6C37-49B2-AC24-15C728ED490A}" type="pres">
      <dgm:prSet presAssocID="{A27960EB-E1FF-4004-900E-4E4182C9DE55}" presName="node" presStyleLbl="node1" presStyleIdx="4" presStyleCnt="8">
        <dgm:presLayoutVars>
          <dgm:bulletEnabled val="1"/>
        </dgm:presLayoutVars>
      </dgm:prSet>
      <dgm:spPr/>
    </dgm:pt>
    <dgm:pt modelId="{6E934863-57E0-4657-BB84-F972DB7EB6A3}" type="pres">
      <dgm:prSet presAssocID="{3F932B10-2F7B-4607-9B73-2F4F591CA1DE}" presName="sibTrans" presStyleCnt="0"/>
      <dgm:spPr/>
    </dgm:pt>
    <dgm:pt modelId="{CF634F03-00E8-4008-A42D-0CD556F4A43F}" type="pres">
      <dgm:prSet presAssocID="{DB89026F-1EE3-42C3-86F5-84FEB89E4B34}" presName="node" presStyleLbl="node1" presStyleIdx="5" presStyleCnt="8">
        <dgm:presLayoutVars>
          <dgm:bulletEnabled val="1"/>
        </dgm:presLayoutVars>
      </dgm:prSet>
      <dgm:spPr/>
    </dgm:pt>
    <dgm:pt modelId="{2AFDF93B-908D-4558-9D91-3501C2DC93B7}" type="pres">
      <dgm:prSet presAssocID="{E2F5C29E-0F16-4D3D-A040-9F71BC385B6E}" presName="sibTrans" presStyleCnt="0"/>
      <dgm:spPr/>
    </dgm:pt>
    <dgm:pt modelId="{E04EA7C3-CF8C-422F-A7A2-EE5EC4409BE9}" type="pres">
      <dgm:prSet presAssocID="{BC50BFB4-40D7-4F5D-A312-87F507751CA3}" presName="node" presStyleLbl="node1" presStyleIdx="6" presStyleCnt="8">
        <dgm:presLayoutVars>
          <dgm:bulletEnabled val="1"/>
        </dgm:presLayoutVars>
      </dgm:prSet>
      <dgm:spPr/>
    </dgm:pt>
    <dgm:pt modelId="{7382A3C9-2752-4F76-8C8A-7B7A281871D6}" type="pres">
      <dgm:prSet presAssocID="{1D2571B0-28D0-40DD-96B0-C7FBFB5775E2}" presName="sibTrans" presStyleCnt="0"/>
      <dgm:spPr/>
    </dgm:pt>
    <dgm:pt modelId="{AA89C9FD-6F25-405E-B59A-8E2C704C8EF4}" type="pres">
      <dgm:prSet presAssocID="{77FEAE20-62FF-4E38-A0B0-A5DE4FEA792F}" presName="node" presStyleLbl="node1" presStyleIdx="7" presStyleCnt="8">
        <dgm:presLayoutVars>
          <dgm:bulletEnabled val="1"/>
        </dgm:presLayoutVars>
      </dgm:prSet>
      <dgm:spPr/>
    </dgm:pt>
  </dgm:ptLst>
  <dgm:cxnLst>
    <dgm:cxn modelId="{B741980F-F542-4E9D-8E32-72A8ABFD4B6D}" srcId="{1F7547EB-050B-415D-B106-F1DC3E238192}" destId="{49328668-7487-46DD-A77B-1B2D855B365D}" srcOrd="3" destOrd="0" parTransId="{5722CD25-F490-4B3D-B0D9-2772D647673F}" sibTransId="{E5E1EFD0-95D8-449F-A452-F164A51F971D}"/>
    <dgm:cxn modelId="{03FB4926-7149-4B51-A679-4B04DB0EF1B0}" srcId="{1F7547EB-050B-415D-B106-F1DC3E238192}" destId="{A27960EB-E1FF-4004-900E-4E4182C9DE55}" srcOrd="4" destOrd="0" parTransId="{94A3318B-E077-48C4-B42B-BB7B19B921B5}" sibTransId="{3F932B10-2F7B-4607-9B73-2F4F591CA1DE}"/>
    <dgm:cxn modelId="{E790D433-0406-4B95-946A-016A38C1485C}" srcId="{1F7547EB-050B-415D-B106-F1DC3E238192}" destId="{6DDDC290-9594-423D-BE5E-709CEDE241E0}" srcOrd="2" destOrd="0" parTransId="{30328110-5E41-42D5-B69C-826B42B45B96}" sibTransId="{312399DE-F29D-4C15-B0DF-B7C9577244B9}"/>
    <dgm:cxn modelId="{96254A35-6221-4FAF-840B-B19437F3F8FC}" type="presOf" srcId="{1F7547EB-050B-415D-B106-F1DC3E238192}" destId="{B8727C5C-1235-42EE-840B-7DDB14A25D64}" srcOrd="0" destOrd="0" presId="urn:microsoft.com/office/officeart/2005/8/layout/default"/>
    <dgm:cxn modelId="{EE425165-1010-4530-95AC-3505AD8DE800}" type="presOf" srcId="{DB89026F-1EE3-42C3-86F5-84FEB89E4B34}" destId="{CF634F03-00E8-4008-A42D-0CD556F4A43F}" srcOrd="0" destOrd="0" presId="urn:microsoft.com/office/officeart/2005/8/layout/default"/>
    <dgm:cxn modelId="{648AAD73-7EC9-4554-BFCC-4D1AD628C20E}" srcId="{1F7547EB-050B-415D-B106-F1DC3E238192}" destId="{DADD0482-C9FA-4199-A6FB-4C61A27C8453}" srcOrd="0" destOrd="0" parTransId="{31E0BF07-3AC6-411A-8396-745BCBB90133}" sibTransId="{4BB7D94D-88D8-4DC4-90C1-709656312982}"/>
    <dgm:cxn modelId="{844AEB5A-F586-4289-A3B4-71015E06712C}" type="presOf" srcId="{04389A0D-B40D-40AF-9883-99FFA9A756DA}" destId="{D5D9A763-0FFE-469B-AC75-CC059AAF317C}" srcOrd="0" destOrd="0" presId="urn:microsoft.com/office/officeart/2005/8/layout/default"/>
    <dgm:cxn modelId="{337A629B-5B8E-42D5-AE8C-A01901BA078D}" srcId="{1F7547EB-050B-415D-B106-F1DC3E238192}" destId="{77FEAE20-62FF-4E38-A0B0-A5DE4FEA792F}" srcOrd="7" destOrd="0" parTransId="{22FB585B-6041-42EB-8639-CD8032F55DF6}" sibTransId="{CFF047F1-7184-4869-A6B8-A43209FFC3A9}"/>
    <dgm:cxn modelId="{5F30D5A8-AB97-4E35-BD06-791C5981C25E}" type="presOf" srcId="{49328668-7487-46DD-A77B-1B2D855B365D}" destId="{AB5F806F-BD40-46D4-8013-3EF19BEBB4C0}" srcOrd="0" destOrd="0" presId="urn:microsoft.com/office/officeart/2005/8/layout/default"/>
    <dgm:cxn modelId="{741D1ECF-0B1B-49AA-9F8F-01DCCC319356}" type="presOf" srcId="{A27960EB-E1FF-4004-900E-4E4182C9DE55}" destId="{00D0FFA4-6C37-49B2-AC24-15C728ED490A}" srcOrd="0" destOrd="0" presId="urn:microsoft.com/office/officeart/2005/8/layout/default"/>
    <dgm:cxn modelId="{B34981D2-0013-4E15-BD3D-D3AE7B193AAE}" type="presOf" srcId="{DADD0482-C9FA-4199-A6FB-4C61A27C8453}" destId="{40B0B6ED-76EC-4BEA-9B20-EDD2F7C0F510}" srcOrd="0" destOrd="0" presId="urn:microsoft.com/office/officeart/2005/8/layout/default"/>
    <dgm:cxn modelId="{7DAB44DD-4056-4E8E-A253-7BA000D46940}" type="presOf" srcId="{6DDDC290-9594-423D-BE5E-709CEDE241E0}" destId="{78EEB597-59A2-4D0E-82D1-6C8C5842C4D8}" srcOrd="0" destOrd="0" presId="urn:microsoft.com/office/officeart/2005/8/layout/default"/>
    <dgm:cxn modelId="{82CAB9DD-FB5D-4B28-AD00-6E57537EEC79}" srcId="{1F7547EB-050B-415D-B106-F1DC3E238192}" destId="{04389A0D-B40D-40AF-9883-99FFA9A756DA}" srcOrd="1" destOrd="0" parTransId="{A4A3C498-091B-4DEB-8E7E-6268CBC9D870}" sibTransId="{9A10D67E-2B7B-4584-8CC2-C0F29FAE3E01}"/>
    <dgm:cxn modelId="{67572BE6-969B-46F2-9297-02782C8378C2}" srcId="{1F7547EB-050B-415D-B106-F1DC3E238192}" destId="{BC50BFB4-40D7-4F5D-A312-87F507751CA3}" srcOrd="6" destOrd="0" parTransId="{271BD0AC-D6D2-4966-8DAD-C320F271A40C}" sibTransId="{1D2571B0-28D0-40DD-96B0-C7FBFB5775E2}"/>
    <dgm:cxn modelId="{F8981CE9-1722-4487-AB48-9DF32A5A1B99}" type="presOf" srcId="{BC50BFB4-40D7-4F5D-A312-87F507751CA3}" destId="{E04EA7C3-CF8C-422F-A7A2-EE5EC4409BE9}" srcOrd="0" destOrd="0" presId="urn:microsoft.com/office/officeart/2005/8/layout/default"/>
    <dgm:cxn modelId="{4DA179EA-4793-48F9-8794-7B72510DBB62}" srcId="{1F7547EB-050B-415D-B106-F1DC3E238192}" destId="{DB89026F-1EE3-42C3-86F5-84FEB89E4B34}" srcOrd="5" destOrd="0" parTransId="{EB14423A-E595-4333-96DE-2E9B1A09148F}" sibTransId="{E2F5C29E-0F16-4D3D-A040-9F71BC385B6E}"/>
    <dgm:cxn modelId="{E4686AF1-8655-4D47-9A5D-29BFDA467826}" type="presOf" srcId="{77FEAE20-62FF-4E38-A0B0-A5DE4FEA792F}" destId="{AA89C9FD-6F25-405E-B59A-8E2C704C8EF4}" srcOrd="0" destOrd="0" presId="urn:microsoft.com/office/officeart/2005/8/layout/default"/>
    <dgm:cxn modelId="{5AF0C229-3665-482E-BD89-C11A1C8401F0}" type="presParOf" srcId="{B8727C5C-1235-42EE-840B-7DDB14A25D64}" destId="{40B0B6ED-76EC-4BEA-9B20-EDD2F7C0F510}" srcOrd="0" destOrd="0" presId="urn:microsoft.com/office/officeart/2005/8/layout/default"/>
    <dgm:cxn modelId="{2541B775-B160-446A-80C3-6E70EE5DBA1E}" type="presParOf" srcId="{B8727C5C-1235-42EE-840B-7DDB14A25D64}" destId="{F541A6CF-BBD0-4E61-9803-4A8594832E60}" srcOrd="1" destOrd="0" presId="urn:microsoft.com/office/officeart/2005/8/layout/default"/>
    <dgm:cxn modelId="{5FF21BD3-CED9-45A4-AC25-9D06A8A55915}" type="presParOf" srcId="{B8727C5C-1235-42EE-840B-7DDB14A25D64}" destId="{D5D9A763-0FFE-469B-AC75-CC059AAF317C}" srcOrd="2" destOrd="0" presId="urn:microsoft.com/office/officeart/2005/8/layout/default"/>
    <dgm:cxn modelId="{0A0B3E0D-6937-408E-9681-C28130A2792E}" type="presParOf" srcId="{B8727C5C-1235-42EE-840B-7DDB14A25D64}" destId="{45A8ABC9-0147-4547-86F1-6B75122C9A12}" srcOrd="3" destOrd="0" presId="urn:microsoft.com/office/officeart/2005/8/layout/default"/>
    <dgm:cxn modelId="{A35A3B91-5CF9-4EDA-A95B-C599EBCC0136}" type="presParOf" srcId="{B8727C5C-1235-42EE-840B-7DDB14A25D64}" destId="{78EEB597-59A2-4D0E-82D1-6C8C5842C4D8}" srcOrd="4" destOrd="0" presId="urn:microsoft.com/office/officeart/2005/8/layout/default"/>
    <dgm:cxn modelId="{AFFA8A62-A059-4AF4-A6A5-58AC1BA64286}" type="presParOf" srcId="{B8727C5C-1235-42EE-840B-7DDB14A25D64}" destId="{0FCBF2E3-3242-40BA-8C7D-2EF5AF2E6A9C}" srcOrd="5" destOrd="0" presId="urn:microsoft.com/office/officeart/2005/8/layout/default"/>
    <dgm:cxn modelId="{BE9F6D68-CA62-4295-877D-738C703CB5AF}" type="presParOf" srcId="{B8727C5C-1235-42EE-840B-7DDB14A25D64}" destId="{AB5F806F-BD40-46D4-8013-3EF19BEBB4C0}" srcOrd="6" destOrd="0" presId="urn:microsoft.com/office/officeart/2005/8/layout/default"/>
    <dgm:cxn modelId="{846D41C2-3F20-4B20-95DA-D118AC8ECC08}" type="presParOf" srcId="{B8727C5C-1235-42EE-840B-7DDB14A25D64}" destId="{3B82B762-744D-466D-8CCB-8A9185F01814}" srcOrd="7" destOrd="0" presId="urn:microsoft.com/office/officeart/2005/8/layout/default"/>
    <dgm:cxn modelId="{F0297462-6AE1-4E44-ABE5-A56A666AEF68}" type="presParOf" srcId="{B8727C5C-1235-42EE-840B-7DDB14A25D64}" destId="{00D0FFA4-6C37-49B2-AC24-15C728ED490A}" srcOrd="8" destOrd="0" presId="urn:microsoft.com/office/officeart/2005/8/layout/default"/>
    <dgm:cxn modelId="{09008AF5-B4BE-400F-B274-E681EE67B618}" type="presParOf" srcId="{B8727C5C-1235-42EE-840B-7DDB14A25D64}" destId="{6E934863-57E0-4657-BB84-F972DB7EB6A3}" srcOrd="9" destOrd="0" presId="urn:microsoft.com/office/officeart/2005/8/layout/default"/>
    <dgm:cxn modelId="{A4E22441-8EF6-4B10-BF91-0D7F50DB0582}" type="presParOf" srcId="{B8727C5C-1235-42EE-840B-7DDB14A25D64}" destId="{CF634F03-00E8-4008-A42D-0CD556F4A43F}" srcOrd="10" destOrd="0" presId="urn:microsoft.com/office/officeart/2005/8/layout/default"/>
    <dgm:cxn modelId="{29E3E6DC-8CDC-49A8-9EF9-D19BACDD252A}" type="presParOf" srcId="{B8727C5C-1235-42EE-840B-7DDB14A25D64}" destId="{2AFDF93B-908D-4558-9D91-3501C2DC93B7}" srcOrd="11" destOrd="0" presId="urn:microsoft.com/office/officeart/2005/8/layout/default"/>
    <dgm:cxn modelId="{11C3FFCE-D632-43D1-8346-2F8AEA4AA73B}" type="presParOf" srcId="{B8727C5C-1235-42EE-840B-7DDB14A25D64}" destId="{E04EA7C3-CF8C-422F-A7A2-EE5EC4409BE9}" srcOrd="12" destOrd="0" presId="urn:microsoft.com/office/officeart/2005/8/layout/default"/>
    <dgm:cxn modelId="{F1762CE5-2208-45E1-B19B-1FD01A947790}" type="presParOf" srcId="{B8727C5C-1235-42EE-840B-7DDB14A25D64}" destId="{7382A3C9-2752-4F76-8C8A-7B7A281871D6}" srcOrd="13" destOrd="0" presId="urn:microsoft.com/office/officeart/2005/8/layout/default"/>
    <dgm:cxn modelId="{9F80CED9-A46F-422E-94E2-1079110C1C83}" type="presParOf" srcId="{B8727C5C-1235-42EE-840B-7DDB14A25D64}" destId="{AA89C9FD-6F25-405E-B59A-8E2C704C8EF4}"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684DCF-77BD-4C86-B41B-8FE901681A3F}"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A044E812-9557-4F13-9038-1CE8D55EA70F}">
      <dgm:prSet/>
      <dgm:spPr/>
      <dgm:t>
        <a:bodyPr/>
        <a:lstStyle/>
        <a:p>
          <a:r>
            <a:rPr lang="en-US" b="0" i="0"/>
            <a:t>Generate task flow charts</a:t>
          </a:r>
          <a:endParaRPr lang="en-US"/>
        </a:p>
      </dgm:t>
    </dgm:pt>
    <dgm:pt modelId="{582F9115-3859-4579-95EC-F88AC17DF6A8}" type="parTrans" cxnId="{15DEBE38-BB46-4F01-8107-B48C7B9E0601}">
      <dgm:prSet/>
      <dgm:spPr/>
      <dgm:t>
        <a:bodyPr/>
        <a:lstStyle/>
        <a:p>
          <a:endParaRPr lang="en-US"/>
        </a:p>
      </dgm:t>
    </dgm:pt>
    <dgm:pt modelId="{082A787E-04B4-4AF7-965D-45ADC4C7C9F6}" type="sibTrans" cxnId="{15DEBE38-BB46-4F01-8107-B48C7B9E0601}">
      <dgm:prSet/>
      <dgm:spPr/>
      <dgm:t>
        <a:bodyPr/>
        <a:lstStyle/>
        <a:p>
          <a:endParaRPr lang="en-US"/>
        </a:p>
      </dgm:t>
    </dgm:pt>
    <dgm:pt modelId="{A6CDF010-00E5-4224-8747-93A6853CB745}">
      <dgm:prSet/>
      <dgm:spPr/>
      <dgm:t>
        <a:bodyPr/>
        <a:lstStyle/>
        <a:p>
          <a:r>
            <a:rPr lang="en-US" b="0" i="0"/>
            <a:t>Venue selection</a:t>
          </a:r>
          <a:endParaRPr lang="en-US"/>
        </a:p>
      </dgm:t>
    </dgm:pt>
    <dgm:pt modelId="{E45E833A-193B-4F44-ACEE-00389D3F305A}" type="parTrans" cxnId="{505E008E-2452-4BFA-BB58-84B744058B94}">
      <dgm:prSet/>
      <dgm:spPr/>
      <dgm:t>
        <a:bodyPr/>
        <a:lstStyle/>
        <a:p>
          <a:endParaRPr lang="en-US"/>
        </a:p>
      </dgm:t>
    </dgm:pt>
    <dgm:pt modelId="{049B3C68-AA39-4083-97D7-4D1E8D038A06}" type="sibTrans" cxnId="{505E008E-2452-4BFA-BB58-84B744058B94}">
      <dgm:prSet/>
      <dgm:spPr/>
      <dgm:t>
        <a:bodyPr/>
        <a:lstStyle/>
        <a:p>
          <a:endParaRPr lang="en-US"/>
        </a:p>
      </dgm:t>
    </dgm:pt>
    <dgm:pt modelId="{3ECF5886-3980-4A64-B74D-4965464F612C}">
      <dgm:prSet/>
      <dgm:spPr/>
      <dgm:t>
        <a:bodyPr/>
        <a:lstStyle/>
        <a:p>
          <a:r>
            <a:rPr lang="en-US" b="0" i="0"/>
            <a:t>Speaker bios and descriptions</a:t>
          </a:r>
          <a:endParaRPr lang="en-US"/>
        </a:p>
      </dgm:t>
    </dgm:pt>
    <dgm:pt modelId="{A334B928-79FE-4ADD-B350-BF14D3E7B8B3}" type="parTrans" cxnId="{9807917C-7082-47B1-B290-A20E17143497}">
      <dgm:prSet/>
      <dgm:spPr/>
      <dgm:t>
        <a:bodyPr/>
        <a:lstStyle/>
        <a:p>
          <a:endParaRPr lang="en-US"/>
        </a:p>
      </dgm:t>
    </dgm:pt>
    <dgm:pt modelId="{70744ACB-674B-43EE-95A8-04196CDA6220}" type="sibTrans" cxnId="{9807917C-7082-47B1-B290-A20E17143497}">
      <dgm:prSet/>
      <dgm:spPr/>
      <dgm:t>
        <a:bodyPr/>
        <a:lstStyle/>
        <a:p>
          <a:endParaRPr lang="en-US"/>
        </a:p>
      </dgm:t>
    </dgm:pt>
    <dgm:pt modelId="{7EC451C4-4611-405B-9A42-743F2088133B}">
      <dgm:prSet/>
      <dgm:spPr/>
      <dgm:t>
        <a:bodyPr/>
        <a:lstStyle/>
        <a:p>
          <a:r>
            <a:rPr lang="en-US" b="0" i="0"/>
            <a:t>Scheduling</a:t>
          </a:r>
          <a:endParaRPr lang="en-US"/>
        </a:p>
      </dgm:t>
    </dgm:pt>
    <dgm:pt modelId="{CE372D17-6286-4004-A965-A75487683EF7}" type="parTrans" cxnId="{C3A21A5F-96E1-4D32-BDA3-46FF0385E989}">
      <dgm:prSet/>
      <dgm:spPr/>
      <dgm:t>
        <a:bodyPr/>
        <a:lstStyle/>
        <a:p>
          <a:endParaRPr lang="en-US"/>
        </a:p>
      </dgm:t>
    </dgm:pt>
    <dgm:pt modelId="{5C4084E3-71B9-40A9-9481-616E6627B746}" type="sibTrans" cxnId="{C3A21A5F-96E1-4D32-BDA3-46FF0385E989}">
      <dgm:prSet/>
      <dgm:spPr/>
      <dgm:t>
        <a:bodyPr/>
        <a:lstStyle/>
        <a:p>
          <a:endParaRPr lang="en-US"/>
        </a:p>
      </dgm:t>
    </dgm:pt>
    <dgm:pt modelId="{7AFF2014-5833-4D04-93DB-F37EA1ED867E}">
      <dgm:prSet/>
      <dgm:spPr/>
      <dgm:t>
        <a:bodyPr/>
        <a:lstStyle/>
        <a:p>
          <a:r>
            <a:rPr lang="en-US" b="0" i="0"/>
            <a:t>Identify potential sponsors</a:t>
          </a:r>
          <a:endParaRPr lang="en-US"/>
        </a:p>
      </dgm:t>
    </dgm:pt>
    <dgm:pt modelId="{2EA808C4-AE50-4C22-8312-60F630B78398}" type="parTrans" cxnId="{2905B079-27B5-4B49-9EED-F1F466C50D59}">
      <dgm:prSet/>
      <dgm:spPr/>
      <dgm:t>
        <a:bodyPr/>
        <a:lstStyle/>
        <a:p>
          <a:endParaRPr lang="en-US"/>
        </a:p>
      </dgm:t>
    </dgm:pt>
    <dgm:pt modelId="{DCAD0A6A-5D99-4FD3-B513-7DF07131A8F6}" type="sibTrans" cxnId="{2905B079-27B5-4B49-9EED-F1F466C50D59}">
      <dgm:prSet/>
      <dgm:spPr/>
      <dgm:t>
        <a:bodyPr/>
        <a:lstStyle/>
        <a:p>
          <a:endParaRPr lang="en-US"/>
        </a:p>
      </dgm:t>
    </dgm:pt>
    <dgm:pt modelId="{BDDADDCD-BB56-4161-89D8-095DF2BC6C52}">
      <dgm:prSet/>
      <dgm:spPr/>
      <dgm:t>
        <a:bodyPr/>
        <a:lstStyle/>
        <a:p>
          <a:r>
            <a:rPr lang="en-US" b="0" i="0"/>
            <a:t>Identify potential customers and attendees</a:t>
          </a:r>
          <a:endParaRPr lang="en-US"/>
        </a:p>
      </dgm:t>
    </dgm:pt>
    <dgm:pt modelId="{24E78EA0-A151-40C3-936C-C7DEC0D929B3}" type="parTrans" cxnId="{E17A7666-AA92-45A6-91C9-B9EE840AF66F}">
      <dgm:prSet/>
      <dgm:spPr/>
      <dgm:t>
        <a:bodyPr/>
        <a:lstStyle/>
        <a:p>
          <a:endParaRPr lang="en-US"/>
        </a:p>
      </dgm:t>
    </dgm:pt>
    <dgm:pt modelId="{DB6A23F4-24C0-44AC-881B-5A17C05FA37A}" type="sibTrans" cxnId="{E17A7666-AA92-45A6-91C9-B9EE840AF66F}">
      <dgm:prSet/>
      <dgm:spPr/>
      <dgm:t>
        <a:bodyPr/>
        <a:lstStyle/>
        <a:p>
          <a:endParaRPr lang="en-US"/>
        </a:p>
      </dgm:t>
    </dgm:pt>
    <dgm:pt modelId="{801A0FC6-2D8A-4555-9C32-095CBE9043C5}">
      <dgm:prSet/>
      <dgm:spPr/>
      <dgm:t>
        <a:bodyPr/>
        <a:lstStyle/>
        <a:p>
          <a:r>
            <a:rPr lang="en-US" b="0" i="0"/>
            <a:t>Automate registration and ticketing process</a:t>
          </a:r>
          <a:endParaRPr lang="en-US"/>
        </a:p>
      </dgm:t>
    </dgm:pt>
    <dgm:pt modelId="{DA28B168-6F61-4D3F-8D06-B68D8E9A7966}" type="parTrans" cxnId="{27F87CE8-DBC7-4232-AEE3-BC5937EC79FF}">
      <dgm:prSet/>
      <dgm:spPr/>
      <dgm:t>
        <a:bodyPr/>
        <a:lstStyle/>
        <a:p>
          <a:endParaRPr lang="en-US"/>
        </a:p>
      </dgm:t>
    </dgm:pt>
    <dgm:pt modelId="{E9DE1AF7-09FB-484C-854C-B593B12026CC}" type="sibTrans" cxnId="{27F87CE8-DBC7-4232-AEE3-BC5937EC79FF}">
      <dgm:prSet/>
      <dgm:spPr/>
      <dgm:t>
        <a:bodyPr/>
        <a:lstStyle/>
        <a:p>
          <a:endParaRPr lang="en-US"/>
        </a:p>
      </dgm:t>
    </dgm:pt>
    <dgm:pt modelId="{C8AC63A4-455B-4171-BE41-49AFD247E2DA}">
      <dgm:prSet/>
      <dgm:spPr/>
      <dgm:t>
        <a:bodyPr/>
        <a:lstStyle/>
        <a:p>
          <a:r>
            <a:rPr lang="en-US" b="0" i="0"/>
            <a:t>Personalized session recommendations for attendees</a:t>
          </a:r>
          <a:endParaRPr lang="en-US"/>
        </a:p>
      </dgm:t>
    </dgm:pt>
    <dgm:pt modelId="{DE8157B1-AB8A-41C2-BBFD-48CD26A67718}" type="parTrans" cxnId="{18DDCD5C-9984-417D-98E1-CA4A160EEC33}">
      <dgm:prSet/>
      <dgm:spPr/>
      <dgm:t>
        <a:bodyPr/>
        <a:lstStyle/>
        <a:p>
          <a:endParaRPr lang="en-US"/>
        </a:p>
      </dgm:t>
    </dgm:pt>
    <dgm:pt modelId="{C0B182EB-1D2E-4613-A124-951B75142B2F}" type="sibTrans" cxnId="{18DDCD5C-9984-417D-98E1-CA4A160EEC33}">
      <dgm:prSet/>
      <dgm:spPr/>
      <dgm:t>
        <a:bodyPr/>
        <a:lstStyle/>
        <a:p>
          <a:endParaRPr lang="en-US"/>
        </a:p>
      </dgm:t>
    </dgm:pt>
    <dgm:pt modelId="{B9F39384-9AFD-48F1-82E6-3E5C251A1BA6}">
      <dgm:prSet/>
      <dgm:spPr/>
      <dgm:t>
        <a:bodyPr/>
        <a:lstStyle/>
        <a:p>
          <a:r>
            <a:rPr lang="en-US" b="0" i="0"/>
            <a:t>Streamline and automate communications</a:t>
          </a:r>
          <a:endParaRPr lang="en-US"/>
        </a:p>
      </dgm:t>
    </dgm:pt>
    <dgm:pt modelId="{CD07434B-4C4D-4CBC-8A5A-CF3A3166D7F9}" type="parTrans" cxnId="{B93D076B-B0FA-442A-BB33-C01F1B7EAD14}">
      <dgm:prSet/>
      <dgm:spPr/>
      <dgm:t>
        <a:bodyPr/>
        <a:lstStyle/>
        <a:p>
          <a:endParaRPr lang="en-US"/>
        </a:p>
      </dgm:t>
    </dgm:pt>
    <dgm:pt modelId="{A875C296-8999-44F6-A616-83390AC789CC}" type="sibTrans" cxnId="{B93D076B-B0FA-442A-BB33-C01F1B7EAD14}">
      <dgm:prSet/>
      <dgm:spPr/>
      <dgm:t>
        <a:bodyPr/>
        <a:lstStyle/>
        <a:p>
          <a:endParaRPr lang="en-US"/>
        </a:p>
      </dgm:t>
    </dgm:pt>
    <dgm:pt modelId="{7853641F-5D59-441A-A81C-5A3B09A39DFD}">
      <dgm:prSet/>
      <dgm:spPr/>
      <dgm:t>
        <a:bodyPr/>
        <a:lstStyle/>
        <a:p>
          <a:r>
            <a:rPr lang="en-US" b="0" i="0"/>
            <a:t>Analyze registrant data to see who will be there</a:t>
          </a:r>
          <a:endParaRPr lang="en-US"/>
        </a:p>
      </dgm:t>
    </dgm:pt>
    <dgm:pt modelId="{FF9EF625-2DA1-4A3C-8F18-E016396236DE}" type="parTrans" cxnId="{7B053218-47E7-4C18-9D29-AF75AD4DF563}">
      <dgm:prSet/>
      <dgm:spPr/>
      <dgm:t>
        <a:bodyPr/>
        <a:lstStyle/>
        <a:p>
          <a:endParaRPr lang="en-US"/>
        </a:p>
      </dgm:t>
    </dgm:pt>
    <dgm:pt modelId="{86FFF9E4-390C-4E3C-AAD2-3936904EB867}" type="sibTrans" cxnId="{7B053218-47E7-4C18-9D29-AF75AD4DF563}">
      <dgm:prSet/>
      <dgm:spPr/>
      <dgm:t>
        <a:bodyPr/>
        <a:lstStyle/>
        <a:p>
          <a:endParaRPr lang="en-US"/>
        </a:p>
      </dgm:t>
    </dgm:pt>
    <dgm:pt modelId="{73A5B7D9-C3AB-4180-AF22-15DE7BF53137}" type="pres">
      <dgm:prSet presAssocID="{D5684DCF-77BD-4C86-B41B-8FE901681A3F}" presName="diagram" presStyleCnt="0">
        <dgm:presLayoutVars>
          <dgm:dir/>
          <dgm:resizeHandles val="exact"/>
        </dgm:presLayoutVars>
      </dgm:prSet>
      <dgm:spPr/>
    </dgm:pt>
    <dgm:pt modelId="{50D500CB-F54C-4175-ACAC-2D0CB7E24CBA}" type="pres">
      <dgm:prSet presAssocID="{A044E812-9557-4F13-9038-1CE8D55EA70F}" presName="node" presStyleLbl="node1" presStyleIdx="0" presStyleCnt="10">
        <dgm:presLayoutVars>
          <dgm:bulletEnabled val="1"/>
        </dgm:presLayoutVars>
      </dgm:prSet>
      <dgm:spPr/>
    </dgm:pt>
    <dgm:pt modelId="{E6C44E2E-36FD-4669-93C7-015788381DA9}" type="pres">
      <dgm:prSet presAssocID="{082A787E-04B4-4AF7-965D-45ADC4C7C9F6}" presName="sibTrans" presStyleCnt="0"/>
      <dgm:spPr/>
    </dgm:pt>
    <dgm:pt modelId="{FE2962ED-1051-4CE5-B8AD-4010C58802F8}" type="pres">
      <dgm:prSet presAssocID="{A6CDF010-00E5-4224-8747-93A6853CB745}" presName="node" presStyleLbl="node1" presStyleIdx="1" presStyleCnt="10">
        <dgm:presLayoutVars>
          <dgm:bulletEnabled val="1"/>
        </dgm:presLayoutVars>
      </dgm:prSet>
      <dgm:spPr/>
    </dgm:pt>
    <dgm:pt modelId="{D2437BA0-ED2F-4202-933A-B62A87A975D9}" type="pres">
      <dgm:prSet presAssocID="{049B3C68-AA39-4083-97D7-4D1E8D038A06}" presName="sibTrans" presStyleCnt="0"/>
      <dgm:spPr/>
    </dgm:pt>
    <dgm:pt modelId="{E086AC1B-3012-4A9B-A87C-11B99F51D237}" type="pres">
      <dgm:prSet presAssocID="{3ECF5886-3980-4A64-B74D-4965464F612C}" presName="node" presStyleLbl="node1" presStyleIdx="2" presStyleCnt="10">
        <dgm:presLayoutVars>
          <dgm:bulletEnabled val="1"/>
        </dgm:presLayoutVars>
      </dgm:prSet>
      <dgm:spPr/>
    </dgm:pt>
    <dgm:pt modelId="{1D85BFBD-314E-41A8-8A88-7D8AC8A558DD}" type="pres">
      <dgm:prSet presAssocID="{70744ACB-674B-43EE-95A8-04196CDA6220}" presName="sibTrans" presStyleCnt="0"/>
      <dgm:spPr/>
    </dgm:pt>
    <dgm:pt modelId="{4FE08179-22B9-4E10-970B-0054B41FB7AF}" type="pres">
      <dgm:prSet presAssocID="{7EC451C4-4611-405B-9A42-743F2088133B}" presName="node" presStyleLbl="node1" presStyleIdx="3" presStyleCnt="10">
        <dgm:presLayoutVars>
          <dgm:bulletEnabled val="1"/>
        </dgm:presLayoutVars>
      </dgm:prSet>
      <dgm:spPr/>
    </dgm:pt>
    <dgm:pt modelId="{4DE76235-A5FC-4F41-B730-EFFA3998A563}" type="pres">
      <dgm:prSet presAssocID="{5C4084E3-71B9-40A9-9481-616E6627B746}" presName="sibTrans" presStyleCnt="0"/>
      <dgm:spPr/>
    </dgm:pt>
    <dgm:pt modelId="{7BF09B11-EF41-4C6E-91CF-E39E674A134E}" type="pres">
      <dgm:prSet presAssocID="{7AFF2014-5833-4D04-93DB-F37EA1ED867E}" presName="node" presStyleLbl="node1" presStyleIdx="4" presStyleCnt="10">
        <dgm:presLayoutVars>
          <dgm:bulletEnabled val="1"/>
        </dgm:presLayoutVars>
      </dgm:prSet>
      <dgm:spPr/>
    </dgm:pt>
    <dgm:pt modelId="{5B959716-8554-4B6A-83FD-E0D147950D40}" type="pres">
      <dgm:prSet presAssocID="{DCAD0A6A-5D99-4FD3-B513-7DF07131A8F6}" presName="sibTrans" presStyleCnt="0"/>
      <dgm:spPr/>
    </dgm:pt>
    <dgm:pt modelId="{C05F1FB3-7338-4A00-B167-B2D6792635AA}" type="pres">
      <dgm:prSet presAssocID="{BDDADDCD-BB56-4161-89D8-095DF2BC6C52}" presName="node" presStyleLbl="node1" presStyleIdx="5" presStyleCnt="10">
        <dgm:presLayoutVars>
          <dgm:bulletEnabled val="1"/>
        </dgm:presLayoutVars>
      </dgm:prSet>
      <dgm:spPr/>
    </dgm:pt>
    <dgm:pt modelId="{D7BE69CD-2EE1-4EDD-879C-17F6A2D9DF87}" type="pres">
      <dgm:prSet presAssocID="{DB6A23F4-24C0-44AC-881B-5A17C05FA37A}" presName="sibTrans" presStyleCnt="0"/>
      <dgm:spPr/>
    </dgm:pt>
    <dgm:pt modelId="{7FF3DE06-4562-4669-90AD-1C5CEC25BD6E}" type="pres">
      <dgm:prSet presAssocID="{801A0FC6-2D8A-4555-9C32-095CBE9043C5}" presName="node" presStyleLbl="node1" presStyleIdx="6" presStyleCnt="10">
        <dgm:presLayoutVars>
          <dgm:bulletEnabled val="1"/>
        </dgm:presLayoutVars>
      </dgm:prSet>
      <dgm:spPr/>
    </dgm:pt>
    <dgm:pt modelId="{053C8319-0BB2-4921-B415-B9C46FC44533}" type="pres">
      <dgm:prSet presAssocID="{E9DE1AF7-09FB-484C-854C-B593B12026CC}" presName="sibTrans" presStyleCnt="0"/>
      <dgm:spPr/>
    </dgm:pt>
    <dgm:pt modelId="{E1191EB7-A716-4A74-8705-C036FF9F87E3}" type="pres">
      <dgm:prSet presAssocID="{C8AC63A4-455B-4171-BE41-49AFD247E2DA}" presName="node" presStyleLbl="node1" presStyleIdx="7" presStyleCnt="10">
        <dgm:presLayoutVars>
          <dgm:bulletEnabled val="1"/>
        </dgm:presLayoutVars>
      </dgm:prSet>
      <dgm:spPr/>
    </dgm:pt>
    <dgm:pt modelId="{2875D247-B856-469E-BDF2-EDBD452D9D1C}" type="pres">
      <dgm:prSet presAssocID="{C0B182EB-1D2E-4613-A124-951B75142B2F}" presName="sibTrans" presStyleCnt="0"/>
      <dgm:spPr/>
    </dgm:pt>
    <dgm:pt modelId="{05C70BE0-F709-4F90-A5E3-E74C74E66475}" type="pres">
      <dgm:prSet presAssocID="{B9F39384-9AFD-48F1-82E6-3E5C251A1BA6}" presName="node" presStyleLbl="node1" presStyleIdx="8" presStyleCnt="10">
        <dgm:presLayoutVars>
          <dgm:bulletEnabled val="1"/>
        </dgm:presLayoutVars>
      </dgm:prSet>
      <dgm:spPr/>
    </dgm:pt>
    <dgm:pt modelId="{BC37E2AA-5C97-4AFD-981F-325D1E2490C6}" type="pres">
      <dgm:prSet presAssocID="{A875C296-8999-44F6-A616-83390AC789CC}" presName="sibTrans" presStyleCnt="0"/>
      <dgm:spPr/>
    </dgm:pt>
    <dgm:pt modelId="{22587E52-7464-47BB-B690-B27850E6E9D5}" type="pres">
      <dgm:prSet presAssocID="{7853641F-5D59-441A-A81C-5A3B09A39DFD}" presName="node" presStyleLbl="node1" presStyleIdx="9" presStyleCnt="10">
        <dgm:presLayoutVars>
          <dgm:bulletEnabled val="1"/>
        </dgm:presLayoutVars>
      </dgm:prSet>
      <dgm:spPr/>
    </dgm:pt>
  </dgm:ptLst>
  <dgm:cxnLst>
    <dgm:cxn modelId="{0A546D0D-C038-4D62-BF99-D4AF9078CDFF}" type="presOf" srcId="{3ECF5886-3980-4A64-B74D-4965464F612C}" destId="{E086AC1B-3012-4A9B-A87C-11B99F51D237}" srcOrd="0" destOrd="0" presId="urn:microsoft.com/office/officeart/2005/8/layout/default"/>
    <dgm:cxn modelId="{7B053218-47E7-4C18-9D29-AF75AD4DF563}" srcId="{D5684DCF-77BD-4C86-B41B-8FE901681A3F}" destId="{7853641F-5D59-441A-A81C-5A3B09A39DFD}" srcOrd="9" destOrd="0" parTransId="{FF9EF625-2DA1-4A3C-8F18-E016396236DE}" sibTransId="{86FFF9E4-390C-4E3C-AAD2-3936904EB867}"/>
    <dgm:cxn modelId="{214F931D-2D48-4D08-B5DC-279291D8CB5A}" type="presOf" srcId="{801A0FC6-2D8A-4555-9C32-095CBE9043C5}" destId="{7FF3DE06-4562-4669-90AD-1C5CEC25BD6E}" srcOrd="0" destOrd="0" presId="urn:microsoft.com/office/officeart/2005/8/layout/default"/>
    <dgm:cxn modelId="{380B9723-F587-43F2-BEB8-9D3191167215}" type="presOf" srcId="{A044E812-9557-4F13-9038-1CE8D55EA70F}" destId="{50D500CB-F54C-4175-ACAC-2D0CB7E24CBA}" srcOrd="0" destOrd="0" presId="urn:microsoft.com/office/officeart/2005/8/layout/default"/>
    <dgm:cxn modelId="{18B6BC30-4FD8-45BA-B4BF-E7EFD8FF0600}" type="presOf" srcId="{7AFF2014-5833-4D04-93DB-F37EA1ED867E}" destId="{7BF09B11-EF41-4C6E-91CF-E39E674A134E}" srcOrd="0" destOrd="0" presId="urn:microsoft.com/office/officeart/2005/8/layout/default"/>
    <dgm:cxn modelId="{15DEBE38-BB46-4F01-8107-B48C7B9E0601}" srcId="{D5684DCF-77BD-4C86-B41B-8FE901681A3F}" destId="{A044E812-9557-4F13-9038-1CE8D55EA70F}" srcOrd="0" destOrd="0" parTransId="{582F9115-3859-4579-95EC-F88AC17DF6A8}" sibTransId="{082A787E-04B4-4AF7-965D-45ADC4C7C9F6}"/>
    <dgm:cxn modelId="{97C8543E-4995-49D3-B37D-03FC23968877}" type="presOf" srcId="{B9F39384-9AFD-48F1-82E6-3E5C251A1BA6}" destId="{05C70BE0-F709-4F90-A5E3-E74C74E66475}" srcOrd="0" destOrd="0" presId="urn:microsoft.com/office/officeart/2005/8/layout/default"/>
    <dgm:cxn modelId="{18DDCD5C-9984-417D-98E1-CA4A160EEC33}" srcId="{D5684DCF-77BD-4C86-B41B-8FE901681A3F}" destId="{C8AC63A4-455B-4171-BE41-49AFD247E2DA}" srcOrd="7" destOrd="0" parTransId="{DE8157B1-AB8A-41C2-BBFD-48CD26A67718}" sibTransId="{C0B182EB-1D2E-4613-A124-951B75142B2F}"/>
    <dgm:cxn modelId="{C3A21A5F-96E1-4D32-BDA3-46FF0385E989}" srcId="{D5684DCF-77BD-4C86-B41B-8FE901681A3F}" destId="{7EC451C4-4611-405B-9A42-743F2088133B}" srcOrd="3" destOrd="0" parTransId="{CE372D17-6286-4004-A965-A75487683EF7}" sibTransId="{5C4084E3-71B9-40A9-9481-616E6627B746}"/>
    <dgm:cxn modelId="{E17A7666-AA92-45A6-91C9-B9EE840AF66F}" srcId="{D5684DCF-77BD-4C86-B41B-8FE901681A3F}" destId="{BDDADDCD-BB56-4161-89D8-095DF2BC6C52}" srcOrd="5" destOrd="0" parTransId="{24E78EA0-A151-40C3-936C-C7DEC0D929B3}" sibTransId="{DB6A23F4-24C0-44AC-881B-5A17C05FA37A}"/>
    <dgm:cxn modelId="{0B9F5866-68C1-40F6-89B2-EDD36FB4918E}" type="presOf" srcId="{A6CDF010-00E5-4224-8747-93A6853CB745}" destId="{FE2962ED-1051-4CE5-B8AD-4010C58802F8}" srcOrd="0" destOrd="0" presId="urn:microsoft.com/office/officeart/2005/8/layout/default"/>
    <dgm:cxn modelId="{B93D076B-B0FA-442A-BB33-C01F1B7EAD14}" srcId="{D5684DCF-77BD-4C86-B41B-8FE901681A3F}" destId="{B9F39384-9AFD-48F1-82E6-3E5C251A1BA6}" srcOrd="8" destOrd="0" parTransId="{CD07434B-4C4D-4CBC-8A5A-CF3A3166D7F9}" sibTransId="{A875C296-8999-44F6-A616-83390AC789CC}"/>
    <dgm:cxn modelId="{EB5C7B4E-CBFA-415A-9DAD-DE04D05AA5BB}" type="presOf" srcId="{7853641F-5D59-441A-A81C-5A3B09A39DFD}" destId="{22587E52-7464-47BB-B690-B27850E6E9D5}" srcOrd="0" destOrd="0" presId="urn:microsoft.com/office/officeart/2005/8/layout/default"/>
    <dgm:cxn modelId="{2905B079-27B5-4B49-9EED-F1F466C50D59}" srcId="{D5684DCF-77BD-4C86-B41B-8FE901681A3F}" destId="{7AFF2014-5833-4D04-93DB-F37EA1ED867E}" srcOrd="4" destOrd="0" parTransId="{2EA808C4-AE50-4C22-8312-60F630B78398}" sibTransId="{DCAD0A6A-5D99-4FD3-B513-7DF07131A8F6}"/>
    <dgm:cxn modelId="{9807917C-7082-47B1-B290-A20E17143497}" srcId="{D5684DCF-77BD-4C86-B41B-8FE901681A3F}" destId="{3ECF5886-3980-4A64-B74D-4965464F612C}" srcOrd="2" destOrd="0" parTransId="{A334B928-79FE-4ADD-B350-BF14D3E7B8B3}" sibTransId="{70744ACB-674B-43EE-95A8-04196CDA6220}"/>
    <dgm:cxn modelId="{505E008E-2452-4BFA-BB58-84B744058B94}" srcId="{D5684DCF-77BD-4C86-B41B-8FE901681A3F}" destId="{A6CDF010-00E5-4224-8747-93A6853CB745}" srcOrd="1" destOrd="0" parTransId="{E45E833A-193B-4F44-ACEE-00389D3F305A}" sibTransId="{049B3C68-AA39-4083-97D7-4D1E8D038A06}"/>
    <dgm:cxn modelId="{F08D6B97-7583-4DF7-A190-24EDF3B15E32}" type="presOf" srcId="{D5684DCF-77BD-4C86-B41B-8FE901681A3F}" destId="{73A5B7D9-C3AB-4180-AF22-15DE7BF53137}" srcOrd="0" destOrd="0" presId="urn:microsoft.com/office/officeart/2005/8/layout/default"/>
    <dgm:cxn modelId="{1A6585A6-9781-430E-A188-55F156D62769}" type="presOf" srcId="{BDDADDCD-BB56-4161-89D8-095DF2BC6C52}" destId="{C05F1FB3-7338-4A00-B167-B2D6792635AA}" srcOrd="0" destOrd="0" presId="urn:microsoft.com/office/officeart/2005/8/layout/default"/>
    <dgm:cxn modelId="{63D82CB5-DA41-40CA-9430-2693ECB657C1}" type="presOf" srcId="{7EC451C4-4611-405B-9A42-743F2088133B}" destId="{4FE08179-22B9-4E10-970B-0054B41FB7AF}" srcOrd="0" destOrd="0" presId="urn:microsoft.com/office/officeart/2005/8/layout/default"/>
    <dgm:cxn modelId="{4C8003D1-561E-4D8A-A735-0074897CFE61}" type="presOf" srcId="{C8AC63A4-455B-4171-BE41-49AFD247E2DA}" destId="{E1191EB7-A716-4A74-8705-C036FF9F87E3}" srcOrd="0" destOrd="0" presId="urn:microsoft.com/office/officeart/2005/8/layout/default"/>
    <dgm:cxn modelId="{27F87CE8-DBC7-4232-AEE3-BC5937EC79FF}" srcId="{D5684DCF-77BD-4C86-B41B-8FE901681A3F}" destId="{801A0FC6-2D8A-4555-9C32-095CBE9043C5}" srcOrd="6" destOrd="0" parTransId="{DA28B168-6F61-4D3F-8D06-B68D8E9A7966}" sibTransId="{E9DE1AF7-09FB-484C-854C-B593B12026CC}"/>
    <dgm:cxn modelId="{556F6625-8140-4335-A036-001D84E082FA}" type="presParOf" srcId="{73A5B7D9-C3AB-4180-AF22-15DE7BF53137}" destId="{50D500CB-F54C-4175-ACAC-2D0CB7E24CBA}" srcOrd="0" destOrd="0" presId="urn:microsoft.com/office/officeart/2005/8/layout/default"/>
    <dgm:cxn modelId="{7FF85495-97AB-4597-86B2-F7079CF68FCB}" type="presParOf" srcId="{73A5B7D9-C3AB-4180-AF22-15DE7BF53137}" destId="{E6C44E2E-36FD-4669-93C7-015788381DA9}" srcOrd="1" destOrd="0" presId="urn:microsoft.com/office/officeart/2005/8/layout/default"/>
    <dgm:cxn modelId="{33D74E23-8293-4A65-B757-479706EE3935}" type="presParOf" srcId="{73A5B7D9-C3AB-4180-AF22-15DE7BF53137}" destId="{FE2962ED-1051-4CE5-B8AD-4010C58802F8}" srcOrd="2" destOrd="0" presId="urn:microsoft.com/office/officeart/2005/8/layout/default"/>
    <dgm:cxn modelId="{3091FCBB-61AC-4AEE-BC53-CC4C49354A3D}" type="presParOf" srcId="{73A5B7D9-C3AB-4180-AF22-15DE7BF53137}" destId="{D2437BA0-ED2F-4202-933A-B62A87A975D9}" srcOrd="3" destOrd="0" presId="urn:microsoft.com/office/officeart/2005/8/layout/default"/>
    <dgm:cxn modelId="{DAA043B0-8BBA-40C4-B2DB-D19831E72ABD}" type="presParOf" srcId="{73A5B7D9-C3AB-4180-AF22-15DE7BF53137}" destId="{E086AC1B-3012-4A9B-A87C-11B99F51D237}" srcOrd="4" destOrd="0" presId="urn:microsoft.com/office/officeart/2005/8/layout/default"/>
    <dgm:cxn modelId="{9BBE5025-4395-4C8C-A7DC-60644B477985}" type="presParOf" srcId="{73A5B7D9-C3AB-4180-AF22-15DE7BF53137}" destId="{1D85BFBD-314E-41A8-8A88-7D8AC8A558DD}" srcOrd="5" destOrd="0" presId="urn:microsoft.com/office/officeart/2005/8/layout/default"/>
    <dgm:cxn modelId="{0B55E52B-39F2-412C-89BB-47CB8CE14D9B}" type="presParOf" srcId="{73A5B7D9-C3AB-4180-AF22-15DE7BF53137}" destId="{4FE08179-22B9-4E10-970B-0054B41FB7AF}" srcOrd="6" destOrd="0" presId="urn:microsoft.com/office/officeart/2005/8/layout/default"/>
    <dgm:cxn modelId="{71E5A291-BD47-4261-9B6D-7CF2031D3690}" type="presParOf" srcId="{73A5B7D9-C3AB-4180-AF22-15DE7BF53137}" destId="{4DE76235-A5FC-4F41-B730-EFFA3998A563}" srcOrd="7" destOrd="0" presId="urn:microsoft.com/office/officeart/2005/8/layout/default"/>
    <dgm:cxn modelId="{BE2C37EF-1931-4A64-AD2E-0E6B832B0F55}" type="presParOf" srcId="{73A5B7D9-C3AB-4180-AF22-15DE7BF53137}" destId="{7BF09B11-EF41-4C6E-91CF-E39E674A134E}" srcOrd="8" destOrd="0" presId="urn:microsoft.com/office/officeart/2005/8/layout/default"/>
    <dgm:cxn modelId="{6A4AFE26-65D5-4B2F-898A-A97D9B858AC3}" type="presParOf" srcId="{73A5B7D9-C3AB-4180-AF22-15DE7BF53137}" destId="{5B959716-8554-4B6A-83FD-E0D147950D40}" srcOrd="9" destOrd="0" presId="urn:microsoft.com/office/officeart/2005/8/layout/default"/>
    <dgm:cxn modelId="{5042219B-0E69-4A7B-9968-B7226C8B0367}" type="presParOf" srcId="{73A5B7D9-C3AB-4180-AF22-15DE7BF53137}" destId="{C05F1FB3-7338-4A00-B167-B2D6792635AA}" srcOrd="10" destOrd="0" presId="urn:microsoft.com/office/officeart/2005/8/layout/default"/>
    <dgm:cxn modelId="{95B3E8C6-31F1-402C-94CC-A29FCA6574BF}" type="presParOf" srcId="{73A5B7D9-C3AB-4180-AF22-15DE7BF53137}" destId="{D7BE69CD-2EE1-4EDD-879C-17F6A2D9DF87}" srcOrd="11" destOrd="0" presId="urn:microsoft.com/office/officeart/2005/8/layout/default"/>
    <dgm:cxn modelId="{5477A79D-B501-4279-9736-25BC50F08D52}" type="presParOf" srcId="{73A5B7D9-C3AB-4180-AF22-15DE7BF53137}" destId="{7FF3DE06-4562-4669-90AD-1C5CEC25BD6E}" srcOrd="12" destOrd="0" presId="urn:microsoft.com/office/officeart/2005/8/layout/default"/>
    <dgm:cxn modelId="{80480636-C4BD-4AB9-8705-B398D0C90BD7}" type="presParOf" srcId="{73A5B7D9-C3AB-4180-AF22-15DE7BF53137}" destId="{053C8319-0BB2-4921-B415-B9C46FC44533}" srcOrd="13" destOrd="0" presId="urn:microsoft.com/office/officeart/2005/8/layout/default"/>
    <dgm:cxn modelId="{EFEA5FD6-78D4-4E72-AA60-305531086BA8}" type="presParOf" srcId="{73A5B7D9-C3AB-4180-AF22-15DE7BF53137}" destId="{E1191EB7-A716-4A74-8705-C036FF9F87E3}" srcOrd="14" destOrd="0" presId="urn:microsoft.com/office/officeart/2005/8/layout/default"/>
    <dgm:cxn modelId="{B6B22017-E2F5-432B-847A-887FBA7A43A4}" type="presParOf" srcId="{73A5B7D9-C3AB-4180-AF22-15DE7BF53137}" destId="{2875D247-B856-469E-BDF2-EDBD452D9D1C}" srcOrd="15" destOrd="0" presId="urn:microsoft.com/office/officeart/2005/8/layout/default"/>
    <dgm:cxn modelId="{DF3AF14D-74B5-4531-A9B8-D620BF04F561}" type="presParOf" srcId="{73A5B7D9-C3AB-4180-AF22-15DE7BF53137}" destId="{05C70BE0-F709-4F90-A5E3-E74C74E66475}" srcOrd="16" destOrd="0" presId="urn:microsoft.com/office/officeart/2005/8/layout/default"/>
    <dgm:cxn modelId="{38600172-B730-40DF-A96E-3FDA356A12F6}" type="presParOf" srcId="{73A5B7D9-C3AB-4180-AF22-15DE7BF53137}" destId="{BC37E2AA-5C97-4AFD-981F-325D1E2490C6}" srcOrd="17" destOrd="0" presId="urn:microsoft.com/office/officeart/2005/8/layout/default"/>
    <dgm:cxn modelId="{4769B8B9-6042-4FE7-9A39-4562B8690E24}" type="presParOf" srcId="{73A5B7D9-C3AB-4180-AF22-15DE7BF53137}" destId="{22587E52-7464-47BB-B690-B27850E6E9D5}"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5753648-51AC-4DD3-904D-A7874E21E0E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D00C0B9-AC1C-47BC-A4CF-43A0B9E411A1}">
      <dgm:prSet/>
      <dgm:spPr/>
      <dgm:t>
        <a:bodyPr/>
        <a:lstStyle/>
        <a:p>
          <a:r>
            <a:rPr lang="en-US"/>
            <a:t>AI-driven content creation tools</a:t>
          </a:r>
        </a:p>
      </dgm:t>
    </dgm:pt>
    <dgm:pt modelId="{F1CE9A88-EBBB-4F18-9F3B-0E59AF878B32}" type="parTrans" cxnId="{54034227-5548-4C7F-912D-DCCDC8CE3180}">
      <dgm:prSet/>
      <dgm:spPr/>
      <dgm:t>
        <a:bodyPr/>
        <a:lstStyle/>
        <a:p>
          <a:endParaRPr lang="en-US"/>
        </a:p>
      </dgm:t>
    </dgm:pt>
    <dgm:pt modelId="{55C0CE13-F6CE-478B-8051-1DFF6FBF319F}" type="sibTrans" cxnId="{54034227-5548-4C7F-912D-DCCDC8CE3180}">
      <dgm:prSet/>
      <dgm:spPr/>
      <dgm:t>
        <a:bodyPr/>
        <a:lstStyle/>
        <a:p>
          <a:endParaRPr lang="en-US"/>
        </a:p>
      </dgm:t>
    </dgm:pt>
    <dgm:pt modelId="{FBB4C2E5-86A2-4B13-9931-E46DFA9A3E27}">
      <dgm:prSet/>
      <dgm:spPr/>
      <dgm:t>
        <a:bodyPr/>
        <a:lstStyle/>
        <a:p>
          <a:r>
            <a:rPr lang="en-US"/>
            <a:t>Adaptive learning pathways</a:t>
          </a:r>
        </a:p>
      </dgm:t>
    </dgm:pt>
    <dgm:pt modelId="{A6D8C9E4-FDB7-44FD-A3B4-F4FFB2A686A8}" type="parTrans" cxnId="{6ED48F73-AEE7-4572-AD41-59C51E7ECC19}">
      <dgm:prSet/>
      <dgm:spPr/>
      <dgm:t>
        <a:bodyPr/>
        <a:lstStyle/>
        <a:p>
          <a:endParaRPr lang="en-US"/>
        </a:p>
      </dgm:t>
    </dgm:pt>
    <dgm:pt modelId="{78BE8F9B-82B5-4443-8387-B5FDA606D9BA}" type="sibTrans" cxnId="{6ED48F73-AEE7-4572-AD41-59C51E7ECC19}">
      <dgm:prSet/>
      <dgm:spPr/>
      <dgm:t>
        <a:bodyPr/>
        <a:lstStyle/>
        <a:p>
          <a:endParaRPr lang="en-US"/>
        </a:p>
      </dgm:t>
    </dgm:pt>
    <dgm:pt modelId="{35F56E72-EAF1-4694-8E62-78A7EE32773C}">
      <dgm:prSet/>
      <dgm:spPr/>
      <dgm:t>
        <a:bodyPr/>
        <a:lstStyle/>
        <a:p>
          <a:r>
            <a:rPr lang="en-US"/>
            <a:t>Prototyping with AI</a:t>
          </a:r>
        </a:p>
      </dgm:t>
    </dgm:pt>
    <dgm:pt modelId="{C2002AFB-6A62-4BC0-82F1-C75D470DAF6D}" type="parTrans" cxnId="{CB69714A-2999-4C38-A71A-587F55099DD2}">
      <dgm:prSet/>
      <dgm:spPr/>
      <dgm:t>
        <a:bodyPr/>
        <a:lstStyle/>
        <a:p>
          <a:endParaRPr lang="en-US"/>
        </a:p>
      </dgm:t>
    </dgm:pt>
    <dgm:pt modelId="{452A1EBB-AD1B-45A1-992D-5FB03BB879F3}" type="sibTrans" cxnId="{CB69714A-2999-4C38-A71A-587F55099DD2}">
      <dgm:prSet/>
      <dgm:spPr/>
      <dgm:t>
        <a:bodyPr/>
        <a:lstStyle/>
        <a:p>
          <a:endParaRPr lang="en-US"/>
        </a:p>
      </dgm:t>
    </dgm:pt>
    <dgm:pt modelId="{D65A1A8F-3E20-4988-82A2-B2E826E2F31B}">
      <dgm:prSet/>
      <dgm:spPr/>
      <dgm:t>
        <a:bodyPr/>
        <a:lstStyle/>
        <a:p>
          <a:r>
            <a:rPr lang="en-US"/>
            <a:t>AI-powered content curation</a:t>
          </a:r>
        </a:p>
      </dgm:t>
    </dgm:pt>
    <dgm:pt modelId="{A67F8495-E96D-4289-9A24-1610AEB43044}" type="parTrans" cxnId="{1C4A0A5C-FC52-4CC0-8CA8-070DD414C5CF}">
      <dgm:prSet/>
      <dgm:spPr/>
      <dgm:t>
        <a:bodyPr/>
        <a:lstStyle/>
        <a:p>
          <a:endParaRPr lang="en-US"/>
        </a:p>
      </dgm:t>
    </dgm:pt>
    <dgm:pt modelId="{96E804DC-9216-4AE3-A02A-E93A0E6D9112}" type="sibTrans" cxnId="{1C4A0A5C-FC52-4CC0-8CA8-070DD414C5CF}">
      <dgm:prSet/>
      <dgm:spPr/>
      <dgm:t>
        <a:bodyPr/>
        <a:lstStyle/>
        <a:p>
          <a:endParaRPr lang="en-US"/>
        </a:p>
      </dgm:t>
    </dgm:pt>
    <dgm:pt modelId="{0B611289-AA78-4116-A6A9-8BE9708FE1AC}">
      <dgm:prSet/>
      <dgm:spPr/>
      <dgm:t>
        <a:bodyPr/>
        <a:lstStyle/>
        <a:p>
          <a:r>
            <a:rPr lang="en-US"/>
            <a:t>Collaborative AI platforms</a:t>
          </a:r>
        </a:p>
      </dgm:t>
    </dgm:pt>
    <dgm:pt modelId="{AEFF7788-25DC-4E3E-8C97-FB6AE6445B6E}" type="parTrans" cxnId="{1CC3603F-058F-47F5-8055-7EE0CB35E19F}">
      <dgm:prSet/>
      <dgm:spPr/>
      <dgm:t>
        <a:bodyPr/>
        <a:lstStyle/>
        <a:p>
          <a:endParaRPr lang="en-US"/>
        </a:p>
      </dgm:t>
    </dgm:pt>
    <dgm:pt modelId="{7AB335F1-EB6D-455C-A483-CD44A667A313}" type="sibTrans" cxnId="{1CC3603F-058F-47F5-8055-7EE0CB35E19F}">
      <dgm:prSet/>
      <dgm:spPr/>
      <dgm:t>
        <a:bodyPr/>
        <a:lstStyle/>
        <a:p>
          <a:endParaRPr lang="en-US"/>
        </a:p>
      </dgm:t>
    </dgm:pt>
    <dgm:pt modelId="{CAE196AC-CA2B-4148-BA76-96912CB6F9D4}">
      <dgm:prSet/>
      <dgm:spPr/>
      <dgm:t>
        <a:bodyPr/>
        <a:lstStyle/>
        <a:p>
          <a:r>
            <a:rPr lang="en-US" dirty="0"/>
            <a:t>Text to video generators such as a tool like </a:t>
          </a:r>
          <a:r>
            <a:rPr lang="en-US" dirty="0" err="1">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Synthesia</a:t>
          </a:r>
          <a:endParaRPr lang="en-US" dirty="0">
            <a:solidFill>
              <a:schemeClr val="bg1"/>
            </a:solidFill>
          </a:endParaRPr>
        </a:p>
      </dgm:t>
    </dgm:pt>
    <dgm:pt modelId="{066E2373-472A-4F0B-9C4C-6C2EF124FD9B}" type="parTrans" cxnId="{A2A3EA9F-3C03-46E2-A643-54CC244C28C6}">
      <dgm:prSet/>
      <dgm:spPr/>
      <dgm:t>
        <a:bodyPr/>
        <a:lstStyle/>
        <a:p>
          <a:endParaRPr lang="en-US"/>
        </a:p>
      </dgm:t>
    </dgm:pt>
    <dgm:pt modelId="{F6083EA4-363D-412E-BACB-11B68C5248FA}" type="sibTrans" cxnId="{A2A3EA9F-3C03-46E2-A643-54CC244C28C6}">
      <dgm:prSet/>
      <dgm:spPr/>
      <dgm:t>
        <a:bodyPr/>
        <a:lstStyle/>
        <a:p>
          <a:endParaRPr lang="en-US"/>
        </a:p>
      </dgm:t>
    </dgm:pt>
    <dgm:pt modelId="{A2685D09-3E40-4351-9330-8B38888C2BFC}" type="pres">
      <dgm:prSet presAssocID="{65753648-51AC-4DD3-904D-A7874E21E0E7}" presName="linear" presStyleCnt="0">
        <dgm:presLayoutVars>
          <dgm:animLvl val="lvl"/>
          <dgm:resizeHandles val="exact"/>
        </dgm:presLayoutVars>
      </dgm:prSet>
      <dgm:spPr/>
    </dgm:pt>
    <dgm:pt modelId="{54DD2E2A-CBCC-4E71-A74D-51E62F6F3490}" type="pres">
      <dgm:prSet presAssocID="{3D00C0B9-AC1C-47BC-A4CF-43A0B9E411A1}" presName="parentText" presStyleLbl="node1" presStyleIdx="0" presStyleCnt="6">
        <dgm:presLayoutVars>
          <dgm:chMax val="0"/>
          <dgm:bulletEnabled val="1"/>
        </dgm:presLayoutVars>
      </dgm:prSet>
      <dgm:spPr/>
    </dgm:pt>
    <dgm:pt modelId="{79B4D86F-D5AA-443C-B121-7CA22C703EA8}" type="pres">
      <dgm:prSet presAssocID="{55C0CE13-F6CE-478B-8051-1DFF6FBF319F}" presName="spacer" presStyleCnt="0"/>
      <dgm:spPr/>
    </dgm:pt>
    <dgm:pt modelId="{FED5F4AE-25BF-4A78-B240-2A9A44261369}" type="pres">
      <dgm:prSet presAssocID="{FBB4C2E5-86A2-4B13-9931-E46DFA9A3E27}" presName="parentText" presStyleLbl="node1" presStyleIdx="1" presStyleCnt="6">
        <dgm:presLayoutVars>
          <dgm:chMax val="0"/>
          <dgm:bulletEnabled val="1"/>
        </dgm:presLayoutVars>
      </dgm:prSet>
      <dgm:spPr/>
    </dgm:pt>
    <dgm:pt modelId="{AAD63436-58BA-4DA0-9B51-05209BA8554E}" type="pres">
      <dgm:prSet presAssocID="{78BE8F9B-82B5-4443-8387-B5FDA606D9BA}" presName="spacer" presStyleCnt="0"/>
      <dgm:spPr/>
    </dgm:pt>
    <dgm:pt modelId="{DC48F08B-827B-46D9-8320-81A3ED2E9EA1}" type="pres">
      <dgm:prSet presAssocID="{35F56E72-EAF1-4694-8E62-78A7EE32773C}" presName="parentText" presStyleLbl="node1" presStyleIdx="2" presStyleCnt="6">
        <dgm:presLayoutVars>
          <dgm:chMax val="0"/>
          <dgm:bulletEnabled val="1"/>
        </dgm:presLayoutVars>
      </dgm:prSet>
      <dgm:spPr/>
    </dgm:pt>
    <dgm:pt modelId="{B8F3854B-2EBC-48AC-B777-0D11AAF35BA7}" type="pres">
      <dgm:prSet presAssocID="{452A1EBB-AD1B-45A1-992D-5FB03BB879F3}" presName="spacer" presStyleCnt="0"/>
      <dgm:spPr/>
    </dgm:pt>
    <dgm:pt modelId="{19811923-A40C-4034-A718-A578ECCBFAA6}" type="pres">
      <dgm:prSet presAssocID="{D65A1A8F-3E20-4988-82A2-B2E826E2F31B}" presName="parentText" presStyleLbl="node1" presStyleIdx="3" presStyleCnt="6">
        <dgm:presLayoutVars>
          <dgm:chMax val="0"/>
          <dgm:bulletEnabled val="1"/>
        </dgm:presLayoutVars>
      </dgm:prSet>
      <dgm:spPr/>
    </dgm:pt>
    <dgm:pt modelId="{8BC614A8-8ADE-476B-9F1F-AC460BDFA673}" type="pres">
      <dgm:prSet presAssocID="{96E804DC-9216-4AE3-A02A-E93A0E6D9112}" presName="spacer" presStyleCnt="0"/>
      <dgm:spPr/>
    </dgm:pt>
    <dgm:pt modelId="{2FBCFA61-45B9-495A-B91C-89FD1973F571}" type="pres">
      <dgm:prSet presAssocID="{0B611289-AA78-4116-A6A9-8BE9708FE1AC}" presName="parentText" presStyleLbl="node1" presStyleIdx="4" presStyleCnt="6">
        <dgm:presLayoutVars>
          <dgm:chMax val="0"/>
          <dgm:bulletEnabled val="1"/>
        </dgm:presLayoutVars>
      </dgm:prSet>
      <dgm:spPr/>
    </dgm:pt>
    <dgm:pt modelId="{46C12A0F-30C1-46EF-AF5A-E10E37F72E61}" type="pres">
      <dgm:prSet presAssocID="{7AB335F1-EB6D-455C-A483-CD44A667A313}" presName="spacer" presStyleCnt="0"/>
      <dgm:spPr/>
    </dgm:pt>
    <dgm:pt modelId="{D1B2061E-EF4A-435C-94E3-1B4D0A1F890E}" type="pres">
      <dgm:prSet presAssocID="{CAE196AC-CA2B-4148-BA76-96912CB6F9D4}" presName="parentText" presStyleLbl="node1" presStyleIdx="5" presStyleCnt="6">
        <dgm:presLayoutVars>
          <dgm:chMax val="0"/>
          <dgm:bulletEnabled val="1"/>
        </dgm:presLayoutVars>
      </dgm:prSet>
      <dgm:spPr/>
    </dgm:pt>
  </dgm:ptLst>
  <dgm:cxnLst>
    <dgm:cxn modelId="{54034227-5548-4C7F-912D-DCCDC8CE3180}" srcId="{65753648-51AC-4DD3-904D-A7874E21E0E7}" destId="{3D00C0B9-AC1C-47BC-A4CF-43A0B9E411A1}" srcOrd="0" destOrd="0" parTransId="{F1CE9A88-EBBB-4F18-9F3B-0E59AF878B32}" sibTransId="{55C0CE13-F6CE-478B-8051-1DFF6FBF319F}"/>
    <dgm:cxn modelId="{875C1731-7FE1-4F25-99BD-A3BB74325272}" type="presOf" srcId="{65753648-51AC-4DD3-904D-A7874E21E0E7}" destId="{A2685D09-3E40-4351-9330-8B38888C2BFC}" srcOrd="0" destOrd="0" presId="urn:microsoft.com/office/officeart/2005/8/layout/vList2"/>
    <dgm:cxn modelId="{1CC3603F-058F-47F5-8055-7EE0CB35E19F}" srcId="{65753648-51AC-4DD3-904D-A7874E21E0E7}" destId="{0B611289-AA78-4116-A6A9-8BE9708FE1AC}" srcOrd="4" destOrd="0" parTransId="{AEFF7788-25DC-4E3E-8C97-FB6AE6445B6E}" sibTransId="{7AB335F1-EB6D-455C-A483-CD44A667A313}"/>
    <dgm:cxn modelId="{1C4A0A5C-FC52-4CC0-8CA8-070DD414C5CF}" srcId="{65753648-51AC-4DD3-904D-A7874E21E0E7}" destId="{D65A1A8F-3E20-4988-82A2-B2E826E2F31B}" srcOrd="3" destOrd="0" parTransId="{A67F8495-E96D-4289-9A24-1610AEB43044}" sibTransId="{96E804DC-9216-4AE3-A02A-E93A0E6D9112}"/>
    <dgm:cxn modelId="{CB69714A-2999-4C38-A71A-587F55099DD2}" srcId="{65753648-51AC-4DD3-904D-A7874E21E0E7}" destId="{35F56E72-EAF1-4694-8E62-78A7EE32773C}" srcOrd="2" destOrd="0" parTransId="{C2002AFB-6A62-4BC0-82F1-C75D470DAF6D}" sibTransId="{452A1EBB-AD1B-45A1-992D-5FB03BB879F3}"/>
    <dgm:cxn modelId="{6ED48F73-AEE7-4572-AD41-59C51E7ECC19}" srcId="{65753648-51AC-4DD3-904D-A7874E21E0E7}" destId="{FBB4C2E5-86A2-4B13-9931-E46DFA9A3E27}" srcOrd="1" destOrd="0" parTransId="{A6D8C9E4-FDB7-44FD-A3B4-F4FFB2A686A8}" sibTransId="{78BE8F9B-82B5-4443-8387-B5FDA606D9BA}"/>
    <dgm:cxn modelId="{FA4AFC78-3B55-40EF-BE8B-FA3992AA7122}" type="presOf" srcId="{3D00C0B9-AC1C-47BC-A4CF-43A0B9E411A1}" destId="{54DD2E2A-CBCC-4E71-A74D-51E62F6F3490}" srcOrd="0" destOrd="0" presId="urn:microsoft.com/office/officeart/2005/8/layout/vList2"/>
    <dgm:cxn modelId="{F7C9AC7B-6C8A-449B-AC0D-E4B2AA2FD71B}" type="presOf" srcId="{CAE196AC-CA2B-4148-BA76-96912CB6F9D4}" destId="{D1B2061E-EF4A-435C-94E3-1B4D0A1F890E}" srcOrd="0" destOrd="0" presId="urn:microsoft.com/office/officeart/2005/8/layout/vList2"/>
    <dgm:cxn modelId="{8B894B8A-4CA7-411B-94F0-1EFE6F9E0BDE}" type="presOf" srcId="{0B611289-AA78-4116-A6A9-8BE9708FE1AC}" destId="{2FBCFA61-45B9-495A-B91C-89FD1973F571}" srcOrd="0" destOrd="0" presId="urn:microsoft.com/office/officeart/2005/8/layout/vList2"/>
    <dgm:cxn modelId="{9BEE438C-BA47-4AFC-946F-49DECBEB0DB6}" type="presOf" srcId="{FBB4C2E5-86A2-4B13-9931-E46DFA9A3E27}" destId="{FED5F4AE-25BF-4A78-B240-2A9A44261369}" srcOrd="0" destOrd="0" presId="urn:microsoft.com/office/officeart/2005/8/layout/vList2"/>
    <dgm:cxn modelId="{68558591-685C-4E86-8515-8FA07C4952EF}" type="presOf" srcId="{35F56E72-EAF1-4694-8E62-78A7EE32773C}" destId="{DC48F08B-827B-46D9-8320-81A3ED2E9EA1}" srcOrd="0" destOrd="0" presId="urn:microsoft.com/office/officeart/2005/8/layout/vList2"/>
    <dgm:cxn modelId="{A2A3EA9F-3C03-46E2-A643-54CC244C28C6}" srcId="{65753648-51AC-4DD3-904D-A7874E21E0E7}" destId="{CAE196AC-CA2B-4148-BA76-96912CB6F9D4}" srcOrd="5" destOrd="0" parTransId="{066E2373-472A-4F0B-9C4C-6C2EF124FD9B}" sibTransId="{F6083EA4-363D-412E-BACB-11B68C5248FA}"/>
    <dgm:cxn modelId="{C142D1D4-24FE-4BCF-B877-3A2A6C2EE6F1}" type="presOf" srcId="{D65A1A8F-3E20-4988-82A2-B2E826E2F31B}" destId="{19811923-A40C-4034-A718-A578ECCBFAA6}" srcOrd="0" destOrd="0" presId="urn:microsoft.com/office/officeart/2005/8/layout/vList2"/>
    <dgm:cxn modelId="{77D0A9D9-6DEA-40A5-9C49-C88C5D1659C2}" type="presParOf" srcId="{A2685D09-3E40-4351-9330-8B38888C2BFC}" destId="{54DD2E2A-CBCC-4E71-A74D-51E62F6F3490}" srcOrd="0" destOrd="0" presId="urn:microsoft.com/office/officeart/2005/8/layout/vList2"/>
    <dgm:cxn modelId="{61028110-9278-4210-849B-831B14CE131E}" type="presParOf" srcId="{A2685D09-3E40-4351-9330-8B38888C2BFC}" destId="{79B4D86F-D5AA-443C-B121-7CA22C703EA8}" srcOrd="1" destOrd="0" presId="urn:microsoft.com/office/officeart/2005/8/layout/vList2"/>
    <dgm:cxn modelId="{CE39ACB7-B3D9-40DC-AF41-4EA09EB59A81}" type="presParOf" srcId="{A2685D09-3E40-4351-9330-8B38888C2BFC}" destId="{FED5F4AE-25BF-4A78-B240-2A9A44261369}" srcOrd="2" destOrd="0" presId="urn:microsoft.com/office/officeart/2005/8/layout/vList2"/>
    <dgm:cxn modelId="{CB8F43B9-CD67-44D0-AD6B-79CD9017A824}" type="presParOf" srcId="{A2685D09-3E40-4351-9330-8B38888C2BFC}" destId="{AAD63436-58BA-4DA0-9B51-05209BA8554E}" srcOrd="3" destOrd="0" presId="urn:microsoft.com/office/officeart/2005/8/layout/vList2"/>
    <dgm:cxn modelId="{70A8BB0C-A1E1-4D5F-9F0B-9A014093EFF4}" type="presParOf" srcId="{A2685D09-3E40-4351-9330-8B38888C2BFC}" destId="{DC48F08B-827B-46D9-8320-81A3ED2E9EA1}" srcOrd="4" destOrd="0" presId="urn:microsoft.com/office/officeart/2005/8/layout/vList2"/>
    <dgm:cxn modelId="{B1ACF129-87B2-46C2-B274-543340444AE2}" type="presParOf" srcId="{A2685D09-3E40-4351-9330-8B38888C2BFC}" destId="{B8F3854B-2EBC-48AC-B777-0D11AAF35BA7}" srcOrd="5" destOrd="0" presId="urn:microsoft.com/office/officeart/2005/8/layout/vList2"/>
    <dgm:cxn modelId="{CF5F90A2-69C0-4F67-92DD-20763EB81389}" type="presParOf" srcId="{A2685D09-3E40-4351-9330-8B38888C2BFC}" destId="{19811923-A40C-4034-A718-A578ECCBFAA6}" srcOrd="6" destOrd="0" presId="urn:microsoft.com/office/officeart/2005/8/layout/vList2"/>
    <dgm:cxn modelId="{FE2D9AAE-CC81-4D55-B792-8AC453451FCF}" type="presParOf" srcId="{A2685D09-3E40-4351-9330-8B38888C2BFC}" destId="{8BC614A8-8ADE-476B-9F1F-AC460BDFA673}" srcOrd="7" destOrd="0" presId="urn:microsoft.com/office/officeart/2005/8/layout/vList2"/>
    <dgm:cxn modelId="{32BBF071-6917-4970-9552-C91B6938EEDB}" type="presParOf" srcId="{A2685D09-3E40-4351-9330-8B38888C2BFC}" destId="{2FBCFA61-45B9-495A-B91C-89FD1973F571}" srcOrd="8" destOrd="0" presId="urn:microsoft.com/office/officeart/2005/8/layout/vList2"/>
    <dgm:cxn modelId="{94571FBC-03FD-481C-889A-CDAB39329DDA}" type="presParOf" srcId="{A2685D09-3E40-4351-9330-8B38888C2BFC}" destId="{46C12A0F-30C1-46EF-AF5A-E10E37F72E61}" srcOrd="9" destOrd="0" presId="urn:microsoft.com/office/officeart/2005/8/layout/vList2"/>
    <dgm:cxn modelId="{F39B0D0C-B223-4E15-A2D8-6DEE68E08E52}" type="presParOf" srcId="{A2685D09-3E40-4351-9330-8B38888C2BFC}" destId="{D1B2061E-EF4A-435C-94E3-1B4D0A1F890E}"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72DA403-13D7-4A87-B73E-9DB29D559B5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FE37265-932C-44D6-9D10-AF674B415091}">
      <dgm:prSet custT="1"/>
      <dgm:spPr/>
      <dgm:t>
        <a:bodyPr/>
        <a:lstStyle/>
        <a:p>
          <a:r>
            <a:rPr lang="en-US" sz="2400"/>
            <a:t>Knowledge assistant chatbots with a tool such as </a:t>
          </a:r>
          <a:r>
            <a:rPr lang="en-US" sz="2400">
              <a:hlinkClick xmlns:r="http://schemas.openxmlformats.org/officeDocument/2006/relationships" r:id="rId1"/>
            </a:rPr>
            <a:t>MyAskAI</a:t>
          </a:r>
          <a:endParaRPr lang="en-US" sz="2400"/>
        </a:p>
      </dgm:t>
    </dgm:pt>
    <dgm:pt modelId="{998BFC2B-75FE-4FBF-B87A-055E7697B9FD}" type="parTrans" cxnId="{B0CE47A1-E360-40E9-92AB-5DDCEB00B906}">
      <dgm:prSet/>
      <dgm:spPr/>
      <dgm:t>
        <a:bodyPr/>
        <a:lstStyle/>
        <a:p>
          <a:endParaRPr lang="en-US" sz="2400"/>
        </a:p>
      </dgm:t>
    </dgm:pt>
    <dgm:pt modelId="{D029CF3B-3A3D-4948-B1AE-BC4D6967EC43}" type="sibTrans" cxnId="{B0CE47A1-E360-40E9-92AB-5DDCEB00B906}">
      <dgm:prSet/>
      <dgm:spPr/>
      <dgm:t>
        <a:bodyPr/>
        <a:lstStyle/>
        <a:p>
          <a:endParaRPr lang="en-US" sz="2400"/>
        </a:p>
      </dgm:t>
    </dgm:pt>
    <dgm:pt modelId="{F508B6AE-821C-4724-88EA-333B8096072B}">
      <dgm:prSet custT="1"/>
      <dgm:spPr/>
      <dgm:t>
        <a:bodyPr/>
        <a:lstStyle/>
        <a:p>
          <a:r>
            <a:rPr lang="en-US" sz="2400"/>
            <a:t>ADA compliance assessments</a:t>
          </a:r>
        </a:p>
      </dgm:t>
    </dgm:pt>
    <dgm:pt modelId="{ED9E895A-F5D1-4021-92EF-1A5DD94F18F7}" type="parTrans" cxnId="{BB90B18D-8FD6-45DF-8CD4-F1A00670022A}">
      <dgm:prSet/>
      <dgm:spPr/>
      <dgm:t>
        <a:bodyPr/>
        <a:lstStyle/>
        <a:p>
          <a:endParaRPr lang="en-US" sz="2400"/>
        </a:p>
      </dgm:t>
    </dgm:pt>
    <dgm:pt modelId="{4C267A96-C50F-48D6-A21C-6C7CF610BD24}" type="sibTrans" cxnId="{BB90B18D-8FD6-45DF-8CD4-F1A00670022A}">
      <dgm:prSet/>
      <dgm:spPr/>
      <dgm:t>
        <a:bodyPr/>
        <a:lstStyle/>
        <a:p>
          <a:endParaRPr lang="en-US" sz="2400"/>
        </a:p>
      </dgm:t>
    </dgm:pt>
    <dgm:pt modelId="{FB6B3663-ABE8-4BA4-8152-B1CDF46E6A95}">
      <dgm:prSet custT="1"/>
      <dgm:spPr/>
      <dgm:t>
        <a:bodyPr/>
        <a:lstStyle/>
        <a:p>
          <a:r>
            <a:rPr lang="en-US" sz="2400"/>
            <a:t>Live closed captioning with a tool like </a:t>
          </a:r>
          <a:r>
            <a:rPr lang="en-US" sz="2400">
              <a:hlinkClick xmlns:r="http://schemas.openxmlformats.org/officeDocument/2006/relationships" r:id="rId2"/>
            </a:rPr>
            <a:t>AI-Live</a:t>
          </a:r>
          <a:endParaRPr lang="en-US" sz="2400"/>
        </a:p>
      </dgm:t>
    </dgm:pt>
    <dgm:pt modelId="{F447FD5D-B19B-4141-891B-DFC9FEA9D24D}" type="parTrans" cxnId="{DD36B61B-CB53-4046-8F32-0C922BC51708}">
      <dgm:prSet/>
      <dgm:spPr/>
      <dgm:t>
        <a:bodyPr/>
        <a:lstStyle/>
        <a:p>
          <a:endParaRPr lang="en-US" sz="2400"/>
        </a:p>
      </dgm:t>
    </dgm:pt>
    <dgm:pt modelId="{E475FD73-E75E-40D5-A77E-385D2BB925F6}" type="sibTrans" cxnId="{DD36B61B-CB53-4046-8F32-0C922BC51708}">
      <dgm:prSet/>
      <dgm:spPr/>
      <dgm:t>
        <a:bodyPr/>
        <a:lstStyle/>
        <a:p>
          <a:endParaRPr lang="en-US" sz="2400"/>
        </a:p>
      </dgm:t>
    </dgm:pt>
    <dgm:pt modelId="{DFEBFBEE-588C-4343-BB1A-8CD6E3E8DE77}">
      <dgm:prSet custT="1"/>
      <dgm:spPr/>
      <dgm:t>
        <a:bodyPr/>
        <a:lstStyle/>
        <a:p>
          <a:r>
            <a:rPr lang="en-US" sz="2400"/>
            <a:t>Language translation</a:t>
          </a:r>
        </a:p>
      </dgm:t>
    </dgm:pt>
    <dgm:pt modelId="{B0989BD5-C849-4662-B5BD-B44FE2743639}" type="parTrans" cxnId="{9CF2645E-C1A3-4D4F-B8F1-960B5D892B35}">
      <dgm:prSet/>
      <dgm:spPr/>
      <dgm:t>
        <a:bodyPr/>
        <a:lstStyle/>
        <a:p>
          <a:endParaRPr lang="en-US" sz="2400"/>
        </a:p>
      </dgm:t>
    </dgm:pt>
    <dgm:pt modelId="{0DB07951-4C67-45E6-BC39-E1BAB33BD457}" type="sibTrans" cxnId="{9CF2645E-C1A3-4D4F-B8F1-960B5D892B35}">
      <dgm:prSet/>
      <dgm:spPr/>
      <dgm:t>
        <a:bodyPr/>
        <a:lstStyle/>
        <a:p>
          <a:endParaRPr lang="en-US" sz="2400"/>
        </a:p>
      </dgm:t>
    </dgm:pt>
    <dgm:pt modelId="{9F7DB4AD-7F57-4FDF-BDF7-5890623214F8}">
      <dgm:prSet custT="1"/>
      <dgm:spPr/>
      <dgm:t>
        <a:bodyPr/>
        <a:lstStyle/>
        <a:p>
          <a:r>
            <a:rPr lang="en-US" sz="2400"/>
            <a:t>Content translation</a:t>
          </a:r>
        </a:p>
      </dgm:t>
    </dgm:pt>
    <dgm:pt modelId="{468222AF-D37A-4CF6-A78E-4E63E17ADD88}" type="parTrans" cxnId="{368BA70F-1962-4C15-9012-C55A01149886}">
      <dgm:prSet/>
      <dgm:spPr/>
      <dgm:t>
        <a:bodyPr/>
        <a:lstStyle/>
        <a:p>
          <a:endParaRPr lang="en-US" sz="2400"/>
        </a:p>
      </dgm:t>
    </dgm:pt>
    <dgm:pt modelId="{67A2DD47-F3C0-48B8-8D36-4B0F06CA712B}" type="sibTrans" cxnId="{368BA70F-1962-4C15-9012-C55A01149886}">
      <dgm:prSet/>
      <dgm:spPr/>
      <dgm:t>
        <a:bodyPr/>
        <a:lstStyle/>
        <a:p>
          <a:endParaRPr lang="en-US" sz="2400"/>
        </a:p>
      </dgm:t>
    </dgm:pt>
    <dgm:pt modelId="{AE42AC60-15EE-4299-A708-013B0BC950FD}" type="pres">
      <dgm:prSet presAssocID="{172DA403-13D7-4A87-B73E-9DB29D559B56}" presName="root" presStyleCnt="0">
        <dgm:presLayoutVars>
          <dgm:dir/>
          <dgm:resizeHandles val="exact"/>
        </dgm:presLayoutVars>
      </dgm:prSet>
      <dgm:spPr/>
    </dgm:pt>
    <dgm:pt modelId="{E09233AA-1718-4593-BFD8-74CAE9942F95}" type="pres">
      <dgm:prSet presAssocID="{172DA403-13D7-4A87-B73E-9DB29D559B56}" presName="container" presStyleCnt="0">
        <dgm:presLayoutVars>
          <dgm:dir/>
          <dgm:resizeHandles val="exact"/>
        </dgm:presLayoutVars>
      </dgm:prSet>
      <dgm:spPr/>
    </dgm:pt>
    <dgm:pt modelId="{D8B646BA-2189-40FF-B0CE-647E551619D1}" type="pres">
      <dgm:prSet presAssocID="{DFE37265-932C-44D6-9D10-AF674B415091}" presName="compNode" presStyleCnt="0"/>
      <dgm:spPr/>
    </dgm:pt>
    <dgm:pt modelId="{467A04A6-2CB9-4C8A-A825-7F1473A18DDC}" type="pres">
      <dgm:prSet presAssocID="{DFE37265-932C-44D6-9D10-AF674B415091}" presName="iconBgRect" presStyleLbl="bgShp" presStyleIdx="0" presStyleCnt="5"/>
      <dgm:spPr/>
    </dgm:pt>
    <dgm:pt modelId="{1E80396E-A2B1-4D9D-9808-426840CF16BE}" type="pres">
      <dgm:prSet presAssocID="{DFE37265-932C-44D6-9D10-AF674B415091}" presName="iconRect" presStyleLbl="node1" presStyleIdx="0"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ED4C9DC6-40B7-4163-8056-E917A1C1C032}" type="pres">
      <dgm:prSet presAssocID="{DFE37265-932C-44D6-9D10-AF674B415091}" presName="spaceRect" presStyleCnt="0"/>
      <dgm:spPr/>
    </dgm:pt>
    <dgm:pt modelId="{20E7B5BD-570A-42DA-9724-825B9B8AD31A}" type="pres">
      <dgm:prSet presAssocID="{DFE37265-932C-44D6-9D10-AF674B415091}" presName="textRect" presStyleLbl="revTx" presStyleIdx="0" presStyleCnt="5">
        <dgm:presLayoutVars>
          <dgm:chMax val="1"/>
          <dgm:chPref val="1"/>
        </dgm:presLayoutVars>
      </dgm:prSet>
      <dgm:spPr/>
    </dgm:pt>
    <dgm:pt modelId="{4BB2465C-47E4-4710-8294-9FBBE8CB7A1B}" type="pres">
      <dgm:prSet presAssocID="{D029CF3B-3A3D-4948-B1AE-BC4D6967EC43}" presName="sibTrans" presStyleLbl="sibTrans2D1" presStyleIdx="0" presStyleCnt="0"/>
      <dgm:spPr/>
    </dgm:pt>
    <dgm:pt modelId="{643DBCAB-39E6-4E38-B372-FD85DD1B1403}" type="pres">
      <dgm:prSet presAssocID="{F508B6AE-821C-4724-88EA-333B8096072B}" presName="compNode" presStyleCnt="0"/>
      <dgm:spPr/>
    </dgm:pt>
    <dgm:pt modelId="{73313D05-C81C-4540-B4A2-2C3C0F2D2AD4}" type="pres">
      <dgm:prSet presAssocID="{F508B6AE-821C-4724-88EA-333B8096072B}" presName="iconBgRect" presStyleLbl="bgShp" presStyleIdx="1" presStyleCnt="5"/>
      <dgm:spPr/>
    </dgm:pt>
    <dgm:pt modelId="{16F528C4-2A8C-4FDE-A63C-800A2E8F0C6F}" type="pres">
      <dgm:prSet presAssocID="{F508B6AE-821C-4724-88EA-333B8096072B}" presName="iconRect" presStyleLbl="node1" presStyleIdx="1"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05671C60-875C-4068-A657-F8D492FB4C7C}" type="pres">
      <dgm:prSet presAssocID="{F508B6AE-821C-4724-88EA-333B8096072B}" presName="spaceRect" presStyleCnt="0"/>
      <dgm:spPr/>
    </dgm:pt>
    <dgm:pt modelId="{12FD5B30-A32E-426C-AA63-EC5AC39CF180}" type="pres">
      <dgm:prSet presAssocID="{F508B6AE-821C-4724-88EA-333B8096072B}" presName="textRect" presStyleLbl="revTx" presStyleIdx="1" presStyleCnt="5">
        <dgm:presLayoutVars>
          <dgm:chMax val="1"/>
          <dgm:chPref val="1"/>
        </dgm:presLayoutVars>
      </dgm:prSet>
      <dgm:spPr/>
    </dgm:pt>
    <dgm:pt modelId="{43730446-73CB-45D5-937D-D6400D503661}" type="pres">
      <dgm:prSet presAssocID="{4C267A96-C50F-48D6-A21C-6C7CF610BD24}" presName="sibTrans" presStyleLbl="sibTrans2D1" presStyleIdx="0" presStyleCnt="0"/>
      <dgm:spPr/>
    </dgm:pt>
    <dgm:pt modelId="{9F69ECF7-A7C5-427F-84E6-D83033A3D2C9}" type="pres">
      <dgm:prSet presAssocID="{FB6B3663-ABE8-4BA4-8152-B1CDF46E6A95}" presName="compNode" presStyleCnt="0"/>
      <dgm:spPr/>
    </dgm:pt>
    <dgm:pt modelId="{1A282394-E909-4CB6-AC02-FFCDB02DCABA}" type="pres">
      <dgm:prSet presAssocID="{FB6B3663-ABE8-4BA4-8152-B1CDF46E6A95}" presName="iconBgRect" presStyleLbl="bgShp" presStyleIdx="2" presStyleCnt="5"/>
      <dgm:spPr/>
    </dgm:pt>
    <dgm:pt modelId="{88C0DA54-C3BF-446D-9349-E47D692CD62D}" type="pres">
      <dgm:prSet presAssocID="{FB6B3663-ABE8-4BA4-8152-B1CDF46E6A95}" presName="iconRect" presStyleLbl="node1" presStyleIdx="2"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FB8512EE-513B-4371-8D30-C42CDC66CD2E}" type="pres">
      <dgm:prSet presAssocID="{FB6B3663-ABE8-4BA4-8152-B1CDF46E6A95}" presName="spaceRect" presStyleCnt="0"/>
      <dgm:spPr/>
    </dgm:pt>
    <dgm:pt modelId="{4CF8048B-AF11-4BB3-B508-37489BAD1E57}" type="pres">
      <dgm:prSet presAssocID="{FB6B3663-ABE8-4BA4-8152-B1CDF46E6A95}" presName="textRect" presStyleLbl="revTx" presStyleIdx="2" presStyleCnt="5">
        <dgm:presLayoutVars>
          <dgm:chMax val="1"/>
          <dgm:chPref val="1"/>
        </dgm:presLayoutVars>
      </dgm:prSet>
      <dgm:spPr/>
    </dgm:pt>
    <dgm:pt modelId="{C00B5D49-B1A4-4EBC-B1A4-FF18FAE33BEE}" type="pres">
      <dgm:prSet presAssocID="{E475FD73-E75E-40D5-A77E-385D2BB925F6}" presName="sibTrans" presStyleLbl="sibTrans2D1" presStyleIdx="0" presStyleCnt="0"/>
      <dgm:spPr/>
    </dgm:pt>
    <dgm:pt modelId="{80E01DBE-3952-483E-9B2C-308373822F6A}" type="pres">
      <dgm:prSet presAssocID="{DFEBFBEE-588C-4343-BB1A-8CD6E3E8DE77}" presName="compNode" presStyleCnt="0"/>
      <dgm:spPr/>
    </dgm:pt>
    <dgm:pt modelId="{AF9CB0D7-DF65-4EA1-8F3C-1903744DCBEE}" type="pres">
      <dgm:prSet presAssocID="{DFEBFBEE-588C-4343-BB1A-8CD6E3E8DE77}" presName="iconBgRect" presStyleLbl="bgShp" presStyleIdx="3" presStyleCnt="5"/>
      <dgm:spPr/>
    </dgm:pt>
    <dgm:pt modelId="{67196C8A-5313-4654-A8C5-BE8766160B00}" type="pres">
      <dgm:prSet presAssocID="{DFEBFBEE-588C-4343-BB1A-8CD6E3E8DE77}" presName="iconRect" presStyleLbl="node1" presStyleIdx="3"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peech"/>
        </a:ext>
      </dgm:extLst>
    </dgm:pt>
    <dgm:pt modelId="{92788B9A-E79D-4A15-9E0C-7ABED92B9A81}" type="pres">
      <dgm:prSet presAssocID="{DFEBFBEE-588C-4343-BB1A-8CD6E3E8DE77}" presName="spaceRect" presStyleCnt="0"/>
      <dgm:spPr/>
    </dgm:pt>
    <dgm:pt modelId="{396238F4-6FFF-42C1-B803-EBE647C50BE2}" type="pres">
      <dgm:prSet presAssocID="{DFEBFBEE-588C-4343-BB1A-8CD6E3E8DE77}" presName="textRect" presStyleLbl="revTx" presStyleIdx="3" presStyleCnt="5">
        <dgm:presLayoutVars>
          <dgm:chMax val="1"/>
          <dgm:chPref val="1"/>
        </dgm:presLayoutVars>
      </dgm:prSet>
      <dgm:spPr/>
    </dgm:pt>
    <dgm:pt modelId="{05B0E6FB-9ECB-48F5-B746-299FD40280B9}" type="pres">
      <dgm:prSet presAssocID="{0DB07951-4C67-45E6-BC39-E1BAB33BD457}" presName="sibTrans" presStyleLbl="sibTrans2D1" presStyleIdx="0" presStyleCnt="0"/>
      <dgm:spPr/>
    </dgm:pt>
    <dgm:pt modelId="{D520D76C-4281-45D8-8600-36C27F74FCAA}" type="pres">
      <dgm:prSet presAssocID="{9F7DB4AD-7F57-4FDF-BDF7-5890623214F8}" presName="compNode" presStyleCnt="0"/>
      <dgm:spPr/>
    </dgm:pt>
    <dgm:pt modelId="{66FB5FD3-39CA-4EAD-8E64-C5DE6E2CAD55}" type="pres">
      <dgm:prSet presAssocID="{9F7DB4AD-7F57-4FDF-BDF7-5890623214F8}" presName="iconBgRect" presStyleLbl="bgShp" presStyleIdx="4" presStyleCnt="5"/>
      <dgm:spPr/>
    </dgm:pt>
    <dgm:pt modelId="{F73B4D2D-B723-4679-9E38-68071F323535}" type="pres">
      <dgm:prSet presAssocID="{9F7DB4AD-7F57-4FDF-BDF7-5890623214F8}" presName="iconRect" presStyleLbl="node1" presStyleIdx="4" presStyleCnt="5"/>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ocument"/>
        </a:ext>
      </dgm:extLst>
    </dgm:pt>
    <dgm:pt modelId="{8C0797CC-51FD-47A5-9800-6D2C600BABFA}" type="pres">
      <dgm:prSet presAssocID="{9F7DB4AD-7F57-4FDF-BDF7-5890623214F8}" presName="spaceRect" presStyleCnt="0"/>
      <dgm:spPr/>
    </dgm:pt>
    <dgm:pt modelId="{BA6274D8-4E31-44DD-85D4-96AB04B646D7}" type="pres">
      <dgm:prSet presAssocID="{9F7DB4AD-7F57-4FDF-BDF7-5890623214F8}" presName="textRect" presStyleLbl="revTx" presStyleIdx="4" presStyleCnt="5">
        <dgm:presLayoutVars>
          <dgm:chMax val="1"/>
          <dgm:chPref val="1"/>
        </dgm:presLayoutVars>
      </dgm:prSet>
      <dgm:spPr/>
    </dgm:pt>
  </dgm:ptLst>
  <dgm:cxnLst>
    <dgm:cxn modelId="{52792D0A-CAE0-4C16-8955-4D7120684468}" type="presOf" srcId="{D029CF3B-3A3D-4948-B1AE-BC4D6967EC43}" destId="{4BB2465C-47E4-4710-8294-9FBBE8CB7A1B}" srcOrd="0" destOrd="0" presId="urn:microsoft.com/office/officeart/2018/2/layout/IconCircleList"/>
    <dgm:cxn modelId="{368BA70F-1962-4C15-9012-C55A01149886}" srcId="{172DA403-13D7-4A87-B73E-9DB29D559B56}" destId="{9F7DB4AD-7F57-4FDF-BDF7-5890623214F8}" srcOrd="4" destOrd="0" parTransId="{468222AF-D37A-4CF6-A78E-4E63E17ADD88}" sibTransId="{67A2DD47-F3C0-48B8-8D36-4B0F06CA712B}"/>
    <dgm:cxn modelId="{16E1371B-B363-465E-946E-FC9C326BD1D2}" type="presOf" srcId="{9F7DB4AD-7F57-4FDF-BDF7-5890623214F8}" destId="{BA6274D8-4E31-44DD-85D4-96AB04B646D7}" srcOrd="0" destOrd="0" presId="urn:microsoft.com/office/officeart/2018/2/layout/IconCircleList"/>
    <dgm:cxn modelId="{DD36B61B-CB53-4046-8F32-0C922BC51708}" srcId="{172DA403-13D7-4A87-B73E-9DB29D559B56}" destId="{FB6B3663-ABE8-4BA4-8152-B1CDF46E6A95}" srcOrd="2" destOrd="0" parTransId="{F447FD5D-B19B-4141-891B-DFC9FEA9D24D}" sibTransId="{E475FD73-E75E-40D5-A77E-385D2BB925F6}"/>
    <dgm:cxn modelId="{9CF2645E-C1A3-4D4F-B8F1-960B5D892B35}" srcId="{172DA403-13D7-4A87-B73E-9DB29D559B56}" destId="{DFEBFBEE-588C-4343-BB1A-8CD6E3E8DE77}" srcOrd="3" destOrd="0" parTransId="{B0989BD5-C849-4662-B5BD-B44FE2743639}" sibTransId="{0DB07951-4C67-45E6-BC39-E1BAB33BD457}"/>
    <dgm:cxn modelId="{BA1E6D4B-9855-4D4A-95AA-3B1B06A04F2A}" type="presOf" srcId="{E475FD73-E75E-40D5-A77E-385D2BB925F6}" destId="{C00B5D49-B1A4-4EBC-B1A4-FF18FAE33BEE}" srcOrd="0" destOrd="0" presId="urn:microsoft.com/office/officeart/2018/2/layout/IconCircleList"/>
    <dgm:cxn modelId="{76E1DB5A-04B5-4B64-A700-98000297CB51}" type="presOf" srcId="{4C267A96-C50F-48D6-A21C-6C7CF610BD24}" destId="{43730446-73CB-45D5-937D-D6400D503661}" srcOrd="0" destOrd="0" presId="urn:microsoft.com/office/officeart/2018/2/layout/IconCircleList"/>
    <dgm:cxn modelId="{72C8F18C-1989-4D1A-A18C-A011EFFE4722}" type="presOf" srcId="{DFEBFBEE-588C-4343-BB1A-8CD6E3E8DE77}" destId="{396238F4-6FFF-42C1-B803-EBE647C50BE2}" srcOrd="0" destOrd="0" presId="urn:microsoft.com/office/officeart/2018/2/layout/IconCircleList"/>
    <dgm:cxn modelId="{BB90B18D-8FD6-45DF-8CD4-F1A00670022A}" srcId="{172DA403-13D7-4A87-B73E-9DB29D559B56}" destId="{F508B6AE-821C-4724-88EA-333B8096072B}" srcOrd="1" destOrd="0" parTransId="{ED9E895A-F5D1-4021-92EF-1A5DD94F18F7}" sibTransId="{4C267A96-C50F-48D6-A21C-6C7CF610BD24}"/>
    <dgm:cxn modelId="{B0CE47A1-E360-40E9-92AB-5DDCEB00B906}" srcId="{172DA403-13D7-4A87-B73E-9DB29D559B56}" destId="{DFE37265-932C-44D6-9D10-AF674B415091}" srcOrd="0" destOrd="0" parTransId="{998BFC2B-75FE-4FBF-B87A-055E7697B9FD}" sibTransId="{D029CF3B-3A3D-4948-B1AE-BC4D6967EC43}"/>
    <dgm:cxn modelId="{B87346A7-9751-4E57-BB89-BD88FAB04D04}" type="presOf" srcId="{0DB07951-4C67-45E6-BC39-E1BAB33BD457}" destId="{05B0E6FB-9ECB-48F5-B746-299FD40280B9}" srcOrd="0" destOrd="0" presId="urn:microsoft.com/office/officeart/2018/2/layout/IconCircleList"/>
    <dgm:cxn modelId="{2AA0CAB7-C218-4C5E-8CFE-7A9E9B2C61A1}" type="presOf" srcId="{172DA403-13D7-4A87-B73E-9DB29D559B56}" destId="{AE42AC60-15EE-4299-A708-013B0BC950FD}" srcOrd="0" destOrd="0" presId="urn:microsoft.com/office/officeart/2018/2/layout/IconCircleList"/>
    <dgm:cxn modelId="{A99D16BF-03D0-44FC-B063-153003812F53}" type="presOf" srcId="{DFE37265-932C-44D6-9D10-AF674B415091}" destId="{20E7B5BD-570A-42DA-9724-825B9B8AD31A}" srcOrd="0" destOrd="0" presId="urn:microsoft.com/office/officeart/2018/2/layout/IconCircleList"/>
    <dgm:cxn modelId="{2557E6DF-CE29-4A8C-BDC7-3858045CEE92}" type="presOf" srcId="{FB6B3663-ABE8-4BA4-8152-B1CDF46E6A95}" destId="{4CF8048B-AF11-4BB3-B508-37489BAD1E57}" srcOrd="0" destOrd="0" presId="urn:microsoft.com/office/officeart/2018/2/layout/IconCircleList"/>
    <dgm:cxn modelId="{F3816EEB-5953-4821-ACA1-5EF25A7228E2}" type="presOf" srcId="{F508B6AE-821C-4724-88EA-333B8096072B}" destId="{12FD5B30-A32E-426C-AA63-EC5AC39CF180}" srcOrd="0" destOrd="0" presId="urn:microsoft.com/office/officeart/2018/2/layout/IconCircleList"/>
    <dgm:cxn modelId="{E9FC1570-279C-44BB-9302-23466E3E10B9}" type="presParOf" srcId="{AE42AC60-15EE-4299-A708-013B0BC950FD}" destId="{E09233AA-1718-4593-BFD8-74CAE9942F95}" srcOrd="0" destOrd="0" presId="urn:microsoft.com/office/officeart/2018/2/layout/IconCircleList"/>
    <dgm:cxn modelId="{16FDCA97-3B11-4F85-B630-FD2365074C79}" type="presParOf" srcId="{E09233AA-1718-4593-BFD8-74CAE9942F95}" destId="{D8B646BA-2189-40FF-B0CE-647E551619D1}" srcOrd="0" destOrd="0" presId="urn:microsoft.com/office/officeart/2018/2/layout/IconCircleList"/>
    <dgm:cxn modelId="{515E9A41-1B5B-4834-9067-04A3C1920D0C}" type="presParOf" srcId="{D8B646BA-2189-40FF-B0CE-647E551619D1}" destId="{467A04A6-2CB9-4C8A-A825-7F1473A18DDC}" srcOrd="0" destOrd="0" presId="urn:microsoft.com/office/officeart/2018/2/layout/IconCircleList"/>
    <dgm:cxn modelId="{681928B9-0D75-4F09-A59C-55E667D5F0E3}" type="presParOf" srcId="{D8B646BA-2189-40FF-B0CE-647E551619D1}" destId="{1E80396E-A2B1-4D9D-9808-426840CF16BE}" srcOrd="1" destOrd="0" presId="urn:microsoft.com/office/officeart/2018/2/layout/IconCircleList"/>
    <dgm:cxn modelId="{9147F710-8A37-4EB5-8098-18F4AE288904}" type="presParOf" srcId="{D8B646BA-2189-40FF-B0CE-647E551619D1}" destId="{ED4C9DC6-40B7-4163-8056-E917A1C1C032}" srcOrd="2" destOrd="0" presId="urn:microsoft.com/office/officeart/2018/2/layout/IconCircleList"/>
    <dgm:cxn modelId="{1FDFAFD3-4F58-49E5-A5A8-EA5E99CF65CD}" type="presParOf" srcId="{D8B646BA-2189-40FF-B0CE-647E551619D1}" destId="{20E7B5BD-570A-42DA-9724-825B9B8AD31A}" srcOrd="3" destOrd="0" presId="urn:microsoft.com/office/officeart/2018/2/layout/IconCircleList"/>
    <dgm:cxn modelId="{EB7EB414-C3CC-4179-80B2-5410F550483D}" type="presParOf" srcId="{E09233AA-1718-4593-BFD8-74CAE9942F95}" destId="{4BB2465C-47E4-4710-8294-9FBBE8CB7A1B}" srcOrd="1" destOrd="0" presId="urn:microsoft.com/office/officeart/2018/2/layout/IconCircleList"/>
    <dgm:cxn modelId="{B4E03C7F-0838-4DBF-8D58-79814553D66D}" type="presParOf" srcId="{E09233AA-1718-4593-BFD8-74CAE9942F95}" destId="{643DBCAB-39E6-4E38-B372-FD85DD1B1403}" srcOrd="2" destOrd="0" presId="urn:microsoft.com/office/officeart/2018/2/layout/IconCircleList"/>
    <dgm:cxn modelId="{3D78CDEF-778D-4E3F-B375-388B85D1CF0F}" type="presParOf" srcId="{643DBCAB-39E6-4E38-B372-FD85DD1B1403}" destId="{73313D05-C81C-4540-B4A2-2C3C0F2D2AD4}" srcOrd="0" destOrd="0" presId="urn:microsoft.com/office/officeart/2018/2/layout/IconCircleList"/>
    <dgm:cxn modelId="{C6AC6AF8-2497-47D4-8C0E-316B94B49D7B}" type="presParOf" srcId="{643DBCAB-39E6-4E38-B372-FD85DD1B1403}" destId="{16F528C4-2A8C-4FDE-A63C-800A2E8F0C6F}" srcOrd="1" destOrd="0" presId="urn:microsoft.com/office/officeart/2018/2/layout/IconCircleList"/>
    <dgm:cxn modelId="{81CA3366-467A-4942-9498-7128E663BA65}" type="presParOf" srcId="{643DBCAB-39E6-4E38-B372-FD85DD1B1403}" destId="{05671C60-875C-4068-A657-F8D492FB4C7C}" srcOrd="2" destOrd="0" presId="urn:microsoft.com/office/officeart/2018/2/layout/IconCircleList"/>
    <dgm:cxn modelId="{09AF1D92-A887-489F-8B65-A779938C6935}" type="presParOf" srcId="{643DBCAB-39E6-4E38-B372-FD85DD1B1403}" destId="{12FD5B30-A32E-426C-AA63-EC5AC39CF180}" srcOrd="3" destOrd="0" presId="urn:microsoft.com/office/officeart/2018/2/layout/IconCircleList"/>
    <dgm:cxn modelId="{8EEB9E5F-7B4E-4C06-85D2-92D564A991AD}" type="presParOf" srcId="{E09233AA-1718-4593-BFD8-74CAE9942F95}" destId="{43730446-73CB-45D5-937D-D6400D503661}" srcOrd="3" destOrd="0" presId="urn:microsoft.com/office/officeart/2018/2/layout/IconCircleList"/>
    <dgm:cxn modelId="{DA6D418E-545B-4D40-8666-F44C36169AA6}" type="presParOf" srcId="{E09233AA-1718-4593-BFD8-74CAE9942F95}" destId="{9F69ECF7-A7C5-427F-84E6-D83033A3D2C9}" srcOrd="4" destOrd="0" presId="urn:microsoft.com/office/officeart/2018/2/layout/IconCircleList"/>
    <dgm:cxn modelId="{29C4A3F0-04F0-42E8-B0FF-F2E6DF260E3C}" type="presParOf" srcId="{9F69ECF7-A7C5-427F-84E6-D83033A3D2C9}" destId="{1A282394-E909-4CB6-AC02-FFCDB02DCABA}" srcOrd="0" destOrd="0" presId="urn:microsoft.com/office/officeart/2018/2/layout/IconCircleList"/>
    <dgm:cxn modelId="{9B0CA655-3704-43B2-8564-3AFA4527E44E}" type="presParOf" srcId="{9F69ECF7-A7C5-427F-84E6-D83033A3D2C9}" destId="{88C0DA54-C3BF-446D-9349-E47D692CD62D}" srcOrd="1" destOrd="0" presId="urn:microsoft.com/office/officeart/2018/2/layout/IconCircleList"/>
    <dgm:cxn modelId="{44965FA9-B817-4873-8810-4D8292567D8F}" type="presParOf" srcId="{9F69ECF7-A7C5-427F-84E6-D83033A3D2C9}" destId="{FB8512EE-513B-4371-8D30-C42CDC66CD2E}" srcOrd="2" destOrd="0" presId="urn:microsoft.com/office/officeart/2018/2/layout/IconCircleList"/>
    <dgm:cxn modelId="{6CA3557F-63BC-49DB-AC01-637AC0A405D0}" type="presParOf" srcId="{9F69ECF7-A7C5-427F-84E6-D83033A3D2C9}" destId="{4CF8048B-AF11-4BB3-B508-37489BAD1E57}" srcOrd="3" destOrd="0" presId="urn:microsoft.com/office/officeart/2018/2/layout/IconCircleList"/>
    <dgm:cxn modelId="{B56F7B37-CC5B-4BEA-93E5-9857800049F9}" type="presParOf" srcId="{E09233AA-1718-4593-BFD8-74CAE9942F95}" destId="{C00B5D49-B1A4-4EBC-B1A4-FF18FAE33BEE}" srcOrd="5" destOrd="0" presId="urn:microsoft.com/office/officeart/2018/2/layout/IconCircleList"/>
    <dgm:cxn modelId="{C3CA8FF1-D6FA-4D71-B670-8B08236E98B2}" type="presParOf" srcId="{E09233AA-1718-4593-BFD8-74CAE9942F95}" destId="{80E01DBE-3952-483E-9B2C-308373822F6A}" srcOrd="6" destOrd="0" presId="urn:microsoft.com/office/officeart/2018/2/layout/IconCircleList"/>
    <dgm:cxn modelId="{6F084B64-F829-4915-B99D-22882970D9E0}" type="presParOf" srcId="{80E01DBE-3952-483E-9B2C-308373822F6A}" destId="{AF9CB0D7-DF65-4EA1-8F3C-1903744DCBEE}" srcOrd="0" destOrd="0" presId="urn:microsoft.com/office/officeart/2018/2/layout/IconCircleList"/>
    <dgm:cxn modelId="{D6864835-27CB-45EB-86AC-F91EB240E9A6}" type="presParOf" srcId="{80E01DBE-3952-483E-9B2C-308373822F6A}" destId="{67196C8A-5313-4654-A8C5-BE8766160B00}" srcOrd="1" destOrd="0" presId="urn:microsoft.com/office/officeart/2018/2/layout/IconCircleList"/>
    <dgm:cxn modelId="{2F440A08-93E6-4508-8C69-0D1A7209AAA1}" type="presParOf" srcId="{80E01DBE-3952-483E-9B2C-308373822F6A}" destId="{92788B9A-E79D-4A15-9E0C-7ABED92B9A81}" srcOrd="2" destOrd="0" presId="urn:microsoft.com/office/officeart/2018/2/layout/IconCircleList"/>
    <dgm:cxn modelId="{C73137DE-1B9A-408C-AFB9-E8E1F689C2AA}" type="presParOf" srcId="{80E01DBE-3952-483E-9B2C-308373822F6A}" destId="{396238F4-6FFF-42C1-B803-EBE647C50BE2}" srcOrd="3" destOrd="0" presId="urn:microsoft.com/office/officeart/2018/2/layout/IconCircleList"/>
    <dgm:cxn modelId="{F8B8194A-57CC-4885-AEB8-7C91BA496210}" type="presParOf" srcId="{E09233AA-1718-4593-BFD8-74CAE9942F95}" destId="{05B0E6FB-9ECB-48F5-B746-299FD40280B9}" srcOrd="7" destOrd="0" presId="urn:microsoft.com/office/officeart/2018/2/layout/IconCircleList"/>
    <dgm:cxn modelId="{FEEB2B0D-2876-49F8-AFB8-69527E212CB3}" type="presParOf" srcId="{E09233AA-1718-4593-BFD8-74CAE9942F95}" destId="{D520D76C-4281-45D8-8600-36C27F74FCAA}" srcOrd="8" destOrd="0" presId="urn:microsoft.com/office/officeart/2018/2/layout/IconCircleList"/>
    <dgm:cxn modelId="{8CE95ED0-72FA-4FCD-880C-68B5DC3C0162}" type="presParOf" srcId="{D520D76C-4281-45D8-8600-36C27F74FCAA}" destId="{66FB5FD3-39CA-4EAD-8E64-C5DE6E2CAD55}" srcOrd="0" destOrd="0" presId="urn:microsoft.com/office/officeart/2018/2/layout/IconCircleList"/>
    <dgm:cxn modelId="{E34791BA-32CB-4554-BF3F-7D4F2E296C3D}" type="presParOf" srcId="{D520D76C-4281-45D8-8600-36C27F74FCAA}" destId="{F73B4D2D-B723-4679-9E38-68071F323535}" srcOrd="1" destOrd="0" presId="urn:microsoft.com/office/officeart/2018/2/layout/IconCircleList"/>
    <dgm:cxn modelId="{2DA6B1E0-349F-43CA-839A-476B6F11EAE9}" type="presParOf" srcId="{D520D76C-4281-45D8-8600-36C27F74FCAA}" destId="{8C0797CC-51FD-47A5-9800-6D2C600BABFA}" srcOrd="2" destOrd="0" presId="urn:microsoft.com/office/officeart/2018/2/layout/IconCircleList"/>
    <dgm:cxn modelId="{55BBF06E-CB83-435F-9997-227B68D5152E}" type="presParOf" srcId="{D520D76C-4281-45D8-8600-36C27F74FCAA}" destId="{BA6274D8-4E31-44DD-85D4-96AB04B646D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9D48788-5A18-43B7-91FE-D390AE1581C7}" type="doc">
      <dgm:prSet loTypeId="urn:microsoft.com/office/officeart/2018/5/layout/IconCircleLabel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67FB8EC5-3EB7-4A2B-B878-D0820311170E}">
      <dgm:prSet custT="1"/>
      <dgm:spPr/>
      <dgm:t>
        <a:bodyPr/>
        <a:lstStyle/>
        <a:p>
          <a:pPr>
            <a:defRPr cap="all"/>
          </a:pPr>
          <a:r>
            <a:rPr lang="en-US" sz="2800" cap="none" dirty="0">
              <a:hlinkClick xmlns:r="http://schemas.openxmlformats.org/officeDocument/2006/relationships" r:id="rId1"/>
            </a:rPr>
            <a:t>Organizational Uses of AI</a:t>
          </a:r>
          <a:endParaRPr lang="en-US" sz="2800" cap="none" dirty="0"/>
        </a:p>
      </dgm:t>
    </dgm:pt>
    <dgm:pt modelId="{A3FCC69B-821C-4EA2-B9DB-41D8ED97785A}" type="parTrans" cxnId="{69BD01A3-4231-421C-821E-4D7B78BB2054}">
      <dgm:prSet/>
      <dgm:spPr/>
      <dgm:t>
        <a:bodyPr/>
        <a:lstStyle/>
        <a:p>
          <a:endParaRPr lang="en-US" sz="2800"/>
        </a:p>
      </dgm:t>
    </dgm:pt>
    <dgm:pt modelId="{A2661D59-A701-4211-A96E-5FF2028D9278}" type="sibTrans" cxnId="{69BD01A3-4231-421C-821E-4D7B78BB2054}">
      <dgm:prSet/>
      <dgm:spPr/>
      <dgm:t>
        <a:bodyPr/>
        <a:lstStyle/>
        <a:p>
          <a:endParaRPr lang="en-US" sz="2800"/>
        </a:p>
      </dgm:t>
    </dgm:pt>
    <dgm:pt modelId="{AEAF35FB-5824-48F4-BD68-02B0D77526BB}">
      <dgm:prSet custT="1"/>
      <dgm:spPr/>
      <dgm:t>
        <a:bodyPr/>
        <a:lstStyle/>
        <a:p>
          <a:pPr>
            <a:defRPr cap="all"/>
          </a:pPr>
          <a:r>
            <a:rPr lang="en-US" sz="2800" cap="none" dirty="0">
              <a:hlinkClick xmlns:r="http://schemas.openxmlformats.org/officeDocument/2006/relationships" r:id="rId2"/>
            </a:rPr>
            <a:t>AI Use Cases</a:t>
          </a:r>
          <a:endParaRPr lang="en-US" sz="2800" cap="none" dirty="0"/>
        </a:p>
      </dgm:t>
    </dgm:pt>
    <dgm:pt modelId="{93B86007-CB9F-4BFC-8B53-632EB0F2DA34}" type="parTrans" cxnId="{548C76B9-0FC2-45FA-93E6-2DCA15ED1274}">
      <dgm:prSet/>
      <dgm:spPr/>
      <dgm:t>
        <a:bodyPr/>
        <a:lstStyle/>
        <a:p>
          <a:endParaRPr lang="en-US" sz="2800"/>
        </a:p>
      </dgm:t>
    </dgm:pt>
    <dgm:pt modelId="{E9DEFBC3-92D4-4C00-B038-7717CC7F6463}" type="sibTrans" cxnId="{548C76B9-0FC2-45FA-93E6-2DCA15ED1274}">
      <dgm:prSet/>
      <dgm:spPr/>
      <dgm:t>
        <a:bodyPr/>
        <a:lstStyle/>
        <a:p>
          <a:endParaRPr lang="en-US" sz="2800"/>
        </a:p>
      </dgm:t>
    </dgm:pt>
    <dgm:pt modelId="{0D8B6DCC-556D-4615-B6E0-5456CEE210FE}">
      <dgm:prSet custT="1"/>
      <dgm:spPr/>
      <dgm:t>
        <a:bodyPr/>
        <a:lstStyle/>
        <a:p>
          <a:pPr>
            <a:defRPr cap="all"/>
          </a:pPr>
          <a:r>
            <a:rPr lang="en-US" sz="2800" cap="none" dirty="0">
              <a:hlinkClick xmlns:r="http://schemas.openxmlformats.org/officeDocument/2006/relationships" r:id="rId3"/>
            </a:rPr>
            <a:t>AI at TCEA</a:t>
          </a:r>
          <a:endParaRPr lang="en-US" sz="2800" cap="none" dirty="0"/>
        </a:p>
      </dgm:t>
    </dgm:pt>
    <dgm:pt modelId="{9680458B-5FFD-49F7-BEA0-E173CC15F32D}" type="parTrans" cxnId="{5FD6B2AA-DC32-4410-9050-44B7C52D71D4}">
      <dgm:prSet/>
      <dgm:spPr/>
      <dgm:t>
        <a:bodyPr/>
        <a:lstStyle/>
        <a:p>
          <a:endParaRPr lang="en-US" sz="2800"/>
        </a:p>
      </dgm:t>
    </dgm:pt>
    <dgm:pt modelId="{98792E9A-C8F3-4730-8E33-34AF753DEBC5}" type="sibTrans" cxnId="{5FD6B2AA-DC32-4410-9050-44B7C52D71D4}">
      <dgm:prSet/>
      <dgm:spPr/>
      <dgm:t>
        <a:bodyPr/>
        <a:lstStyle/>
        <a:p>
          <a:endParaRPr lang="en-US" sz="2800"/>
        </a:p>
      </dgm:t>
    </dgm:pt>
    <dgm:pt modelId="{EB19A772-BA40-45AB-9D27-A3C88DFE64AE}" type="pres">
      <dgm:prSet presAssocID="{89D48788-5A18-43B7-91FE-D390AE1581C7}" presName="root" presStyleCnt="0">
        <dgm:presLayoutVars>
          <dgm:dir/>
          <dgm:resizeHandles val="exact"/>
        </dgm:presLayoutVars>
      </dgm:prSet>
      <dgm:spPr/>
    </dgm:pt>
    <dgm:pt modelId="{356B5C18-5B12-40FA-B2A1-035075A493EA}" type="pres">
      <dgm:prSet presAssocID="{67FB8EC5-3EB7-4A2B-B878-D0820311170E}" presName="compNode" presStyleCnt="0"/>
      <dgm:spPr/>
    </dgm:pt>
    <dgm:pt modelId="{053D51AF-2203-40E6-AC80-8B4B3E0A555D}" type="pres">
      <dgm:prSet presAssocID="{67FB8EC5-3EB7-4A2B-B878-D0820311170E}" presName="iconBgRect" presStyleLbl="bgShp" presStyleIdx="0" presStyleCnt="3"/>
      <dgm:spPr/>
    </dgm:pt>
    <dgm:pt modelId="{33D863D6-0D94-4D08-BFC2-D5DD2461A03F}" type="pres">
      <dgm:prSet presAssocID="{67FB8EC5-3EB7-4A2B-B878-D0820311170E}" presName="iconRect" presStyleLbl="node1" presStyleIdx="0"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DC7BA2CD-8EC3-49F2-B21C-4C879B466D04}" type="pres">
      <dgm:prSet presAssocID="{67FB8EC5-3EB7-4A2B-B878-D0820311170E}" presName="spaceRect" presStyleCnt="0"/>
      <dgm:spPr/>
    </dgm:pt>
    <dgm:pt modelId="{AD695CFC-3A8D-4173-9001-B0298C2C49C5}" type="pres">
      <dgm:prSet presAssocID="{67FB8EC5-3EB7-4A2B-B878-D0820311170E}" presName="textRect" presStyleLbl="revTx" presStyleIdx="0" presStyleCnt="3">
        <dgm:presLayoutVars>
          <dgm:chMax val="1"/>
          <dgm:chPref val="1"/>
        </dgm:presLayoutVars>
      </dgm:prSet>
      <dgm:spPr/>
    </dgm:pt>
    <dgm:pt modelId="{F45F753C-97F5-41D0-9B3F-A6FB83272738}" type="pres">
      <dgm:prSet presAssocID="{A2661D59-A701-4211-A96E-5FF2028D9278}" presName="sibTrans" presStyleCnt="0"/>
      <dgm:spPr/>
    </dgm:pt>
    <dgm:pt modelId="{D2FB3E2A-C06A-49CA-A232-31EE6BA63A6D}" type="pres">
      <dgm:prSet presAssocID="{AEAF35FB-5824-48F4-BD68-02B0D77526BB}" presName="compNode" presStyleCnt="0"/>
      <dgm:spPr/>
    </dgm:pt>
    <dgm:pt modelId="{C6C6546B-07E0-420C-8D53-4F6F70FE9259}" type="pres">
      <dgm:prSet presAssocID="{AEAF35FB-5824-48F4-BD68-02B0D77526BB}" presName="iconBgRect" presStyleLbl="bgShp" presStyleIdx="1" presStyleCnt="3"/>
      <dgm:spPr/>
    </dgm:pt>
    <dgm:pt modelId="{C82235A3-50CB-46DA-8DAE-CEA8624F7CB8}" type="pres">
      <dgm:prSet presAssocID="{AEAF35FB-5824-48F4-BD68-02B0D77526BB}" presName="iconRect" presStyleLbl="node1" presStyleIdx="1"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Gears"/>
        </a:ext>
      </dgm:extLst>
    </dgm:pt>
    <dgm:pt modelId="{5186C404-7500-4D4C-A9C9-855E88FD956D}" type="pres">
      <dgm:prSet presAssocID="{AEAF35FB-5824-48F4-BD68-02B0D77526BB}" presName="spaceRect" presStyleCnt="0"/>
      <dgm:spPr/>
    </dgm:pt>
    <dgm:pt modelId="{F0972146-551B-46A2-9C93-CDC9085C80F7}" type="pres">
      <dgm:prSet presAssocID="{AEAF35FB-5824-48F4-BD68-02B0D77526BB}" presName="textRect" presStyleLbl="revTx" presStyleIdx="1" presStyleCnt="3">
        <dgm:presLayoutVars>
          <dgm:chMax val="1"/>
          <dgm:chPref val="1"/>
        </dgm:presLayoutVars>
      </dgm:prSet>
      <dgm:spPr/>
    </dgm:pt>
    <dgm:pt modelId="{C621648B-DFC9-4B3B-B371-D56C44A23F80}" type="pres">
      <dgm:prSet presAssocID="{E9DEFBC3-92D4-4C00-B038-7717CC7F6463}" presName="sibTrans" presStyleCnt="0"/>
      <dgm:spPr/>
    </dgm:pt>
    <dgm:pt modelId="{C3CB51E3-34DF-47B5-8927-5A95A458513F}" type="pres">
      <dgm:prSet presAssocID="{0D8B6DCC-556D-4615-B6E0-5456CEE210FE}" presName="compNode" presStyleCnt="0"/>
      <dgm:spPr/>
    </dgm:pt>
    <dgm:pt modelId="{2F0EDCCF-552A-4004-9213-22373F3C6766}" type="pres">
      <dgm:prSet presAssocID="{0D8B6DCC-556D-4615-B6E0-5456CEE210FE}" presName="iconBgRect" presStyleLbl="bgShp" presStyleIdx="2" presStyleCnt="3"/>
      <dgm:spPr/>
    </dgm:pt>
    <dgm:pt modelId="{30EE4295-434B-44B0-89B5-3470DCDB27CA}" type="pres">
      <dgm:prSet presAssocID="{0D8B6DCC-556D-4615-B6E0-5456CEE210FE}" presName="iconRect" presStyleLbl="node1" presStyleIdx="2" presStyleCnt="3"/>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rain in head"/>
        </a:ext>
      </dgm:extLst>
    </dgm:pt>
    <dgm:pt modelId="{0EAB6848-C872-46C6-98B1-3527D1CDD075}" type="pres">
      <dgm:prSet presAssocID="{0D8B6DCC-556D-4615-B6E0-5456CEE210FE}" presName="spaceRect" presStyleCnt="0"/>
      <dgm:spPr/>
    </dgm:pt>
    <dgm:pt modelId="{722DADA9-2142-4296-90ED-6856C5F7F244}" type="pres">
      <dgm:prSet presAssocID="{0D8B6DCC-556D-4615-B6E0-5456CEE210FE}" presName="textRect" presStyleLbl="revTx" presStyleIdx="2" presStyleCnt="3">
        <dgm:presLayoutVars>
          <dgm:chMax val="1"/>
          <dgm:chPref val="1"/>
        </dgm:presLayoutVars>
      </dgm:prSet>
      <dgm:spPr/>
    </dgm:pt>
  </dgm:ptLst>
  <dgm:cxnLst>
    <dgm:cxn modelId="{8F69AC66-3EA7-483F-BE18-BC364851E7E5}" type="presOf" srcId="{67FB8EC5-3EB7-4A2B-B878-D0820311170E}" destId="{AD695CFC-3A8D-4173-9001-B0298C2C49C5}" srcOrd="0" destOrd="0" presId="urn:microsoft.com/office/officeart/2018/5/layout/IconCircleLabelList"/>
    <dgm:cxn modelId="{7CBD6E7F-C037-4C15-992B-4DC6AD996006}" type="presOf" srcId="{AEAF35FB-5824-48F4-BD68-02B0D77526BB}" destId="{F0972146-551B-46A2-9C93-CDC9085C80F7}" srcOrd="0" destOrd="0" presId="urn:microsoft.com/office/officeart/2018/5/layout/IconCircleLabelList"/>
    <dgm:cxn modelId="{69BD01A3-4231-421C-821E-4D7B78BB2054}" srcId="{89D48788-5A18-43B7-91FE-D390AE1581C7}" destId="{67FB8EC5-3EB7-4A2B-B878-D0820311170E}" srcOrd="0" destOrd="0" parTransId="{A3FCC69B-821C-4EA2-B9DB-41D8ED97785A}" sibTransId="{A2661D59-A701-4211-A96E-5FF2028D9278}"/>
    <dgm:cxn modelId="{5FD6B2AA-DC32-4410-9050-44B7C52D71D4}" srcId="{89D48788-5A18-43B7-91FE-D390AE1581C7}" destId="{0D8B6DCC-556D-4615-B6E0-5456CEE210FE}" srcOrd="2" destOrd="0" parTransId="{9680458B-5FFD-49F7-BEA0-E173CC15F32D}" sibTransId="{98792E9A-C8F3-4730-8E33-34AF753DEBC5}"/>
    <dgm:cxn modelId="{548C76B9-0FC2-45FA-93E6-2DCA15ED1274}" srcId="{89D48788-5A18-43B7-91FE-D390AE1581C7}" destId="{AEAF35FB-5824-48F4-BD68-02B0D77526BB}" srcOrd="1" destOrd="0" parTransId="{93B86007-CB9F-4BFC-8B53-632EB0F2DA34}" sibTransId="{E9DEFBC3-92D4-4C00-B038-7717CC7F6463}"/>
    <dgm:cxn modelId="{FC8562BA-EAF0-4EC3-845D-242D75C568CE}" type="presOf" srcId="{89D48788-5A18-43B7-91FE-D390AE1581C7}" destId="{EB19A772-BA40-45AB-9D27-A3C88DFE64AE}" srcOrd="0" destOrd="0" presId="urn:microsoft.com/office/officeart/2018/5/layout/IconCircleLabelList"/>
    <dgm:cxn modelId="{A6C129F9-A696-4F38-AC66-0732575AE89D}" type="presOf" srcId="{0D8B6DCC-556D-4615-B6E0-5456CEE210FE}" destId="{722DADA9-2142-4296-90ED-6856C5F7F244}" srcOrd="0" destOrd="0" presId="urn:microsoft.com/office/officeart/2018/5/layout/IconCircleLabelList"/>
    <dgm:cxn modelId="{6C7579FB-69CD-4DFC-B4EF-84F812968DEE}" type="presParOf" srcId="{EB19A772-BA40-45AB-9D27-A3C88DFE64AE}" destId="{356B5C18-5B12-40FA-B2A1-035075A493EA}" srcOrd="0" destOrd="0" presId="urn:microsoft.com/office/officeart/2018/5/layout/IconCircleLabelList"/>
    <dgm:cxn modelId="{0F8F68FD-3D87-408F-B080-EFF30EBC2E0B}" type="presParOf" srcId="{356B5C18-5B12-40FA-B2A1-035075A493EA}" destId="{053D51AF-2203-40E6-AC80-8B4B3E0A555D}" srcOrd="0" destOrd="0" presId="urn:microsoft.com/office/officeart/2018/5/layout/IconCircleLabelList"/>
    <dgm:cxn modelId="{571DF278-9FC2-4EB5-BFDF-FE52107410EE}" type="presParOf" srcId="{356B5C18-5B12-40FA-B2A1-035075A493EA}" destId="{33D863D6-0D94-4D08-BFC2-D5DD2461A03F}" srcOrd="1" destOrd="0" presId="urn:microsoft.com/office/officeart/2018/5/layout/IconCircleLabelList"/>
    <dgm:cxn modelId="{4251DDD9-4F7D-4F37-AE76-B58D92C4AAE5}" type="presParOf" srcId="{356B5C18-5B12-40FA-B2A1-035075A493EA}" destId="{DC7BA2CD-8EC3-49F2-B21C-4C879B466D04}" srcOrd="2" destOrd="0" presId="urn:microsoft.com/office/officeart/2018/5/layout/IconCircleLabelList"/>
    <dgm:cxn modelId="{49517785-AEF4-4942-ACAF-8418811A0FF0}" type="presParOf" srcId="{356B5C18-5B12-40FA-B2A1-035075A493EA}" destId="{AD695CFC-3A8D-4173-9001-B0298C2C49C5}" srcOrd="3" destOrd="0" presId="urn:microsoft.com/office/officeart/2018/5/layout/IconCircleLabelList"/>
    <dgm:cxn modelId="{0909FE9B-745F-401E-B8F0-97FDC6214780}" type="presParOf" srcId="{EB19A772-BA40-45AB-9D27-A3C88DFE64AE}" destId="{F45F753C-97F5-41D0-9B3F-A6FB83272738}" srcOrd="1" destOrd="0" presId="urn:microsoft.com/office/officeart/2018/5/layout/IconCircleLabelList"/>
    <dgm:cxn modelId="{8244F5E3-ADA6-4522-AAA7-856C8B77D022}" type="presParOf" srcId="{EB19A772-BA40-45AB-9D27-A3C88DFE64AE}" destId="{D2FB3E2A-C06A-49CA-A232-31EE6BA63A6D}" srcOrd="2" destOrd="0" presId="urn:microsoft.com/office/officeart/2018/5/layout/IconCircleLabelList"/>
    <dgm:cxn modelId="{A52C9E72-53E6-4D2A-BDE3-7C35FC24AF89}" type="presParOf" srcId="{D2FB3E2A-C06A-49CA-A232-31EE6BA63A6D}" destId="{C6C6546B-07E0-420C-8D53-4F6F70FE9259}" srcOrd="0" destOrd="0" presId="urn:microsoft.com/office/officeart/2018/5/layout/IconCircleLabelList"/>
    <dgm:cxn modelId="{F32BF277-BA8A-4EA4-8858-23638A91D015}" type="presParOf" srcId="{D2FB3E2A-C06A-49CA-A232-31EE6BA63A6D}" destId="{C82235A3-50CB-46DA-8DAE-CEA8624F7CB8}" srcOrd="1" destOrd="0" presId="urn:microsoft.com/office/officeart/2018/5/layout/IconCircleLabelList"/>
    <dgm:cxn modelId="{7A068DA5-FD8E-4CB2-A328-4E5149C7043A}" type="presParOf" srcId="{D2FB3E2A-C06A-49CA-A232-31EE6BA63A6D}" destId="{5186C404-7500-4D4C-A9C9-855E88FD956D}" srcOrd="2" destOrd="0" presId="urn:microsoft.com/office/officeart/2018/5/layout/IconCircleLabelList"/>
    <dgm:cxn modelId="{165DC8DE-61A6-47F6-9373-2148E895F2EC}" type="presParOf" srcId="{D2FB3E2A-C06A-49CA-A232-31EE6BA63A6D}" destId="{F0972146-551B-46A2-9C93-CDC9085C80F7}" srcOrd="3" destOrd="0" presId="urn:microsoft.com/office/officeart/2018/5/layout/IconCircleLabelList"/>
    <dgm:cxn modelId="{B1BD0669-C46B-4562-98B5-3C6AEF5566F2}" type="presParOf" srcId="{EB19A772-BA40-45AB-9D27-A3C88DFE64AE}" destId="{C621648B-DFC9-4B3B-B371-D56C44A23F80}" srcOrd="3" destOrd="0" presId="urn:microsoft.com/office/officeart/2018/5/layout/IconCircleLabelList"/>
    <dgm:cxn modelId="{A2B68967-2727-43E4-9794-245018DBE81E}" type="presParOf" srcId="{EB19A772-BA40-45AB-9D27-A3C88DFE64AE}" destId="{C3CB51E3-34DF-47B5-8927-5A95A458513F}" srcOrd="4" destOrd="0" presId="urn:microsoft.com/office/officeart/2018/5/layout/IconCircleLabelList"/>
    <dgm:cxn modelId="{5CEAE958-D341-4F46-989E-78A37B9B7657}" type="presParOf" srcId="{C3CB51E3-34DF-47B5-8927-5A95A458513F}" destId="{2F0EDCCF-552A-4004-9213-22373F3C6766}" srcOrd="0" destOrd="0" presId="urn:microsoft.com/office/officeart/2018/5/layout/IconCircleLabelList"/>
    <dgm:cxn modelId="{5EF02B3D-E5E9-489D-A29F-624E1E357768}" type="presParOf" srcId="{C3CB51E3-34DF-47B5-8927-5A95A458513F}" destId="{30EE4295-434B-44B0-89B5-3470DCDB27CA}" srcOrd="1" destOrd="0" presId="urn:microsoft.com/office/officeart/2018/5/layout/IconCircleLabelList"/>
    <dgm:cxn modelId="{0538D389-AC20-4923-9DED-EDF7E071BB25}" type="presParOf" srcId="{C3CB51E3-34DF-47B5-8927-5A95A458513F}" destId="{0EAB6848-C872-46C6-98B1-3527D1CDD075}" srcOrd="2" destOrd="0" presId="urn:microsoft.com/office/officeart/2018/5/layout/IconCircleLabelList"/>
    <dgm:cxn modelId="{014AA212-ED5B-4F40-9B2A-4753BD932450}" type="presParOf" srcId="{C3CB51E3-34DF-47B5-8927-5A95A458513F}" destId="{722DADA9-2142-4296-90ED-6856C5F7F24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1F16B6A-DED1-4262-AE99-0578DDB2B14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329F826-9A29-454F-B7F6-FE760D874AF6}">
      <dgm:prSet custT="1"/>
      <dgm:spPr/>
      <dgm:t>
        <a:bodyPr/>
        <a:lstStyle/>
        <a:p>
          <a:pPr>
            <a:lnSpc>
              <a:spcPct val="100000"/>
            </a:lnSpc>
          </a:pPr>
          <a:r>
            <a:rPr lang="en-US" sz="2400" dirty="0"/>
            <a:t>No one?</a:t>
          </a:r>
        </a:p>
      </dgm:t>
    </dgm:pt>
    <dgm:pt modelId="{0790929E-123D-4A79-B5BD-79EF3C329FCE}" type="parTrans" cxnId="{8E2EF43B-BB1A-4C88-BC7D-69BB29041032}">
      <dgm:prSet/>
      <dgm:spPr/>
      <dgm:t>
        <a:bodyPr/>
        <a:lstStyle/>
        <a:p>
          <a:endParaRPr lang="en-US"/>
        </a:p>
      </dgm:t>
    </dgm:pt>
    <dgm:pt modelId="{DC7E5BD2-54AC-420C-BB81-0145B058D2D0}" type="sibTrans" cxnId="{8E2EF43B-BB1A-4C88-BC7D-69BB29041032}">
      <dgm:prSet/>
      <dgm:spPr/>
      <dgm:t>
        <a:bodyPr/>
        <a:lstStyle/>
        <a:p>
          <a:endParaRPr lang="en-US"/>
        </a:p>
      </dgm:t>
    </dgm:pt>
    <dgm:pt modelId="{920C3F9A-2398-48A1-AD90-B703EAEBD4AA}">
      <dgm:prSet custT="1"/>
      <dgm:spPr/>
      <dgm:t>
        <a:bodyPr/>
        <a:lstStyle/>
        <a:p>
          <a:pPr>
            <a:lnSpc>
              <a:spcPct val="100000"/>
            </a:lnSpc>
          </a:pPr>
          <a:r>
            <a:rPr lang="en-US" sz="2400" dirty="0"/>
            <a:t>Each staff member in charge of their own AI use?</a:t>
          </a:r>
        </a:p>
      </dgm:t>
    </dgm:pt>
    <dgm:pt modelId="{2DD75834-F537-4310-9ABB-84388581CC73}" type="parTrans" cxnId="{4F9FC3DC-0560-406C-89E1-C50C8739F0C3}">
      <dgm:prSet/>
      <dgm:spPr/>
      <dgm:t>
        <a:bodyPr/>
        <a:lstStyle/>
        <a:p>
          <a:endParaRPr lang="en-US"/>
        </a:p>
      </dgm:t>
    </dgm:pt>
    <dgm:pt modelId="{90BDF0AD-E280-4AAE-8C7C-17AD7D02F992}" type="sibTrans" cxnId="{4F9FC3DC-0560-406C-89E1-C50C8739F0C3}">
      <dgm:prSet/>
      <dgm:spPr/>
      <dgm:t>
        <a:bodyPr/>
        <a:lstStyle/>
        <a:p>
          <a:endParaRPr lang="en-US"/>
        </a:p>
      </dgm:t>
    </dgm:pt>
    <dgm:pt modelId="{FE7236F3-F481-4254-AA5F-9D434C885B89}">
      <dgm:prSet custT="1"/>
      <dgm:spPr/>
      <dgm:t>
        <a:bodyPr/>
        <a:lstStyle/>
        <a:p>
          <a:pPr>
            <a:lnSpc>
              <a:spcPct val="100000"/>
            </a:lnSpc>
          </a:pPr>
          <a:r>
            <a:rPr lang="en-US" sz="2400" dirty="0"/>
            <a:t>One person in charge of everything?</a:t>
          </a:r>
        </a:p>
      </dgm:t>
    </dgm:pt>
    <dgm:pt modelId="{B6E763AD-6E52-46CA-A8D3-26CD16E3F264}" type="parTrans" cxnId="{750D46C6-7EB2-48A3-BF19-88C3746649E8}">
      <dgm:prSet/>
      <dgm:spPr/>
      <dgm:t>
        <a:bodyPr/>
        <a:lstStyle/>
        <a:p>
          <a:endParaRPr lang="en-US"/>
        </a:p>
      </dgm:t>
    </dgm:pt>
    <dgm:pt modelId="{41C5753C-7B44-4121-9902-F8E2CC7C5873}" type="sibTrans" cxnId="{750D46C6-7EB2-48A3-BF19-88C3746649E8}">
      <dgm:prSet/>
      <dgm:spPr/>
      <dgm:t>
        <a:bodyPr/>
        <a:lstStyle/>
        <a:p>
          <a:endParaRPr lang="en-US"/>
        </a:p>
      </dgm:t>
    </dgm:pt>
    <dgm:pt modelId="{133CB82A-F6A4-43B3-8DCB-EDD66DE36CB3}">
      <dgm:prSet custT="1"/>
      <dgm:spPr/>
      <dgm:t>
        <a:bodyPr/>
        <a:lstStyle/>
        <a:p>
          <a:pPr>
            <a:lnSpc>
              <a:spcPct val="100000"/>
            </a:lnSpc>
          </a:pPr>
          <a:r>
            <a:rPr lang="en-US" sz="2200" dirty="0"/>
            <a:t>Shared responsibility with IT, skill development specialist, and administration?</a:t>
          </a:r>
        </a:p>
      </dgm:t>
    </dgm:pt>
    <dgm:pt modelId="{2939428A-455D-48CD-AAAA-686A01C875A6}" type="parTrans" cxnId="{639C5720-5119-4257-8F86-21FC0D1065F9}">
      <dgm:prSet/>
      <dgm:spPr/>
      <dgm:t>
        <a:bodyPr/>
        <a:lstStyle/>
        <a:p>
          <a:endParaRPr lang="en-US"/>
        </a:p>
      </dgm:t>
    </dgm:pt>
    <dgm:pt modelId="{9B814697-9B34-4C98-9A83-2A1541381EE5}" type="sibTrans" cxnId="{639C5720-5119-4257-8F86-21FC0D1065F9}">
      <dgm:prSet/>
      <dgm:spPr/>
      <dgm:t>
        <a:bodyPr/>
        <a:lstStyle/>
        <a:p>
          <a:endParaRPr lang="en-US"/>
        </a:p>
      </dgm:t>
    </dgm:pt>
    <dgm:pt modelId="{B9E40A76-E25A-46C9-AE4B-B80C29306822}">
      <dgm:prSet custT="1"/>
      <dgm:spPr/>
      <dgm:t>
        <a:bodyPr/>
        <a:lstStyle/>
        <a:p>
          <a:pPr>
            <a:lnSpc>
              <a:spcPct val="100000"/>
            </a:lnSpc>
          </a:pPr>
          <a:r>
            <a:rPr lang="en-US" sz="2400" dirty="0"/>
            <a:t>Shared responsibility with all staff?</a:t>
          </a:r>
        </a:p>
      </dgm:t>
    </dgm:pt>
    <dgm:pt modelId="{3E922485-BEF9-4893-B6B6-C508A6D79E2F}" type="parTrans" cxnId="{96D8B0EA-E20E-4DCD-B5C8-6204C25716E4}">
      <dgm:prSet/>
      <dgm:spPr/>
      <dgm:t>
        <a:bodyPr/>
        <a:lstStyle/>
        <a:p>
          <a:endParaRPr lang="en-US"/>
        </a:p>
      </dgm:t>
    </dgm:pt>
    <dgm:pt modelId="{8BFAA3E8-FB4B-4CA5-845F-202DC7148986}" type="sibTrans" cxnId="{96D8B0EA-E20E-4DCD-B5C8-6204C25716E4}">
      <dgm:prSet/>
      <dgm:spPr/>
      <dgm:t>
        <a:bodyPr/>
        <a:lstStyle/>
        <a:p>
          <a:endParaRPr lang="en-US"/>
        </a:p>
      </dgm:t>
    </dgm:pt>
    <dgm:pt modelId="{87FDFB0C-706A-459D-9BAF-6F1DB0300350}" type="pres">
      <dgm:prSet presAssocID="{C1F16B6A-DED1-4262-AE99-0578DDB2B145}" presName="root" presStyleCnt="0">
        <dgm:presLayoutVars>
          <dgm:dir/>
          <dgm:resizeHandles val="exact"/>
        </dgm:presLayoutVars>
      </dgm:prSet>
      <dgm:spPr/>
    </dgm:pt>
    <dgm:pt modelId="{4EC384A9-F18B-462E-B64B-3804A7EE1B03}" type="pres">
      <dgm:prSet presAssocID="{A329F826-9A29-454F-B7F6-FE760D874AF6}" presName="compNode" presStyleCnt="0"/>
      <dgm:spPr/>
    </dgm:pt>
    <dgm:pt modelId="{236A09EC-FBD6-4E0A-967A-B7F586E06603}" type="pres">
      <dgm:prSet presAssocID="{A329F826-9A29-454F-B7F6-FE760D874AF6}" presName="bgRect" presStyleLbl="bgShp" presStyleIdx="0" presStyleCnt="5"/>
      <dgm:spPr/>
    </dgm:pt>
    <dgm:pt modelId="{60124429-CE4F-4D68-81C8-0E20C7A01EE2}" type="pres">
      <dgm:prSet presAssocID="{A329F826-9A29-454F-B7F6-FE760D874AF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615CDC7B-4146-4BA6-B314-62A0CC37CF13}" type="pres">
      <dgm:prSet presAssocID="{A329F826-9A29-454F-B7F6-FE760D874AF6}" presName="spaceRect" presStyleCnt="0"/>
      <dgm:spPr/>
    </dgm:pt>
    <dgm:pt modelId="{3FA0585C-CD64-41CD-9CBA-013AEDC3D352}" type="pres">
      <dgm:prSet presAssocID="{A329F826-9A29-454F-B7F6-FE760D874AF6}" presName="parTx" presStyleLbl="revTx" presStyleIdx="0" presStyleCnt="5">
        <dgm:presLayoutVars>
          <dgm:chMax val="0"/>
          <dgm:chPref val="0"/>
        </dgm:presLayoutVars>
      </dgm:prSet>
      <dgm:spPr/>
    </dgm:pt>
    <dgm:pt modelId="{9507FD34-FE3E-41B4-8AF1-E0A55C0AA703}" type="pres">
      <dgm:prSet presAssocID="{DC7E5BD2-54AC-420C-BB81-0145B058D2D0}" presName="sibTrans" presStyleCnt="0"/>
      <dgm:spPr/>
    </dgm:pt>
    <dgm:pt modelId="{74636C26-83AE-4BE9-8C98-71EE12F4AEB4}" type="pres">
      <dgm:prSet presAssocID="{920C3F9A-2398-48A1-AD90-B703EAEBD4AA}" presName="compNode" presStyleCnt="0"/>
      <dgm:spPr/>
    </dgm:pt>
    <dgm:pt modelId="{3D77FE85-BA36-483B-853C-AA9526F11A28}" type="pres">
      <dgm:prSet presAssocID="{920C3F9A-2398-48A1-AD90-B703EAEBD4AA}" presName="bgRect" presStyleLbl="bgShp" presStyleIdx="1" presStyleCnt="5"/>
      <dgm:spPr/>
    </dgm:pt>
    <dgm:pt modelId="{56C9AF32-8127-4994-829A-F38BBD6AF33A}" type="pres">
      <dgm:prSet presAssocID="{920C3F9A-2398-48A1-AD90-B703EAEBD4A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obot"/>
        </a:ext>
      </dgm:extLst>
    </dgm:pt>
    <dgm:pt modelId="{20D6A979-97DB-48C2-A375-EEE0C79E02E9}" type="pres">
      <dgm:prSet presAssocID="{920C3F9A-2398-48A1-AD90-B703EAEBD4AA}" presName="spaceRect" presStyleCnt="0"/>
      <dgm:spPr/>
    </dgm:pt>
    <dgm:pt modelId="{8469006C-A73D-4B9C-BF2C-6F568DC4867E}" type="pres">
      <dgm:prSet presAssocID="{920C3F9A-2398-48A1-AD90-B703EAEBD4AA}" presName="parTx" presStyleLbl="revTx" presStyleIdx="1" presStyleCnt="5">
        <dgm:presLayoutVars>
          <dgm:chMax val="0"/>
          <dgm:chPref val="0"/>
        </dgm:presLayoutVars>
      </dgm:prSet>
      <dgm:spPr/>
    </dgm:pt>
    <dgm:pt modelId="{22E98F5E-60B0-41FA-8339-E5F8D149F3C5}" type="pres">
      <dgm:prSet presAssocID="{90BDF0AD-E280-4AAE-8C7C-17AD7D02F992}" presName="sibTrans" presStyleCnt="0"/>
      <dgm:spPr/>
    </dgm:pt>
    <dgm:pt modelId="{8DF04181-0A0D-4304-892B-A113963A7AAE}" type="pres">
      <dgm:prSet presAssocID="{FE7236F3-F481-4254-AA5F-9D434C885B89}" presName="compNode" presStyleCnt="0"/>
      <dgm:spPr/>
    </dgm:pt>
    <dgm:pt modelId="{694DFBF1-D09B-44C3-80FE-BC6701B85578}" type="pres">
      <dgm:prSet presAssocID="{FE7236F3-F481-4254-AA5F-9D434C885B89}" presName="bgRect" presStyleLbl="bgShp" presStyleIdx="2" presStyleCnt="5"/>
      <dgm:spPr/>
    </dgm:pt>
    <dgm:pt modelId="{8B59CB33-6C8E-4190-8F06-79B361DEA17D}" type="pres">
      <dgm:prSet presAssocID="{FE7236F3-F481-4254-AA5F-9D434C885B8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mpty Battery"/>
        </a:ext>
      </dgm:extLst>
    </dgm:pt>
    <dgm:pt modelId="{BBCB3FCF-1AD8-4096-B57E-93D4A79794A7}" type="pres">
      <dgm:prSet presAssocID="{FE7236F3-F481-4254-AA5F-9D434C885B89}" presName="spaceRect" presStyleCnt="0"/>
      <dgm:spPr/>
    </dgm:pt>
    <dgm:pt modelId="{D4A547EA-FACA-4F7F-B7B3-1A315D12C0DC}" type="pres">
      <dgm:prSet presAssocID="{FE7236F3-F481-4254-AA5F-9D434C885B89}" presName="parTx" presStyleLbl="revTx" presStyleIdx="2" presStyleCnt="5">
        <dgm:presLayoutVars>
          <dgm:chMax val="0"/>
          <dgm:chPref val="0"/>
        </dgm:presLayoutVars>
      </dgm:prSet>
      <dgm:spPr/>
    </dgm:pt>
    <dgm:pt modelId="{63F572DD-05C1-489A-8A18-83421EC3231B}" type="pres">
      <dgm:prSet presAssocID="{41C5753C-7B44-4121-9902-F8E2CC7C5873}" presName="sibTrans" presStyleCnt="0"/>
      <dgm:spPr/>
    </dgm:pt>
    <dgm:pt modelId="{F080DE03-CF4D-4638-8225-CF6F2C0B0DC7}" type="pres">
      <dgm:prSet presAssocID="{133CB82A-F6A4-43B3-8DCB-EDD66DE36CB3}" presName="compNode" presStyleCnt="0"/>
      <dgm:spPr/>
    </dgm:pt>
    <dgm:pt modelId="{EDE55177-0BD8-4DF5-B0FE-D60B0DA8BDD4}" type="pres">
      <dgm:prSet presAssocID="{133CB82A-F6A4-43B3-8DCB-EDD66DE36CB3}" presName="bgRect" presStyleLbl="bgShp" presStyleIdx="3" presStyleCnt="5"/>
      <dgm:spPr/>
    </dgm:pt>
    <dgm:pt modelId="{17A37D63-08E8-4D61-BA34-B5FAE0436193}" type="pres">
      <dgm:prSet presAssocID="{133CB82A-F6A4-43B3-8DCB-EDD66DE36CB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roup Success"/>
        </a:ext>
      </dgm:extLst>
    </dgm:pt>
    <dgm:pt modelId="{0737F466-9A6A-49CF-BA9A-EBA1E6D765F2}" type="pres">
      <dgm:prSet presAssocID="{133CB82A-F6A4-43B3-8DCB-EDD66DE36CB3}" presName="spaceRect" presStyleCnt="0"/>
      <dgm:spPr/>
    </dgm:pt>
    <dgm:pt modelId="{BD21E640-A909-4649-A111-96A7D21C9D1A}" type="pres">
      <dgm:prSet presAssocID="{133CB82A-F6A4-43B3-8DCB-EDD66DE36CB3}" presName="parTx" presStyleLbl="revTx" presStyleIdx="3" presStyleCnt="5">
        <dgm:presLayoutVars>
          <dgm:chMax val="0"/>
          <dgm:chPref val="0"/>
        </dgm:presLayoutVars>
      </dgm:prSet>
      <dgm:spPr/>
    </dgm:pt>
    <dgm:pt modelId="{5E37A70F-933F-45D2-B8F8-F80298B41DC3}" type="pres">
      <dgm:prSet presAssocID="{9B814697-9B34-4C98-9A83-2A1541381EE5}" presName="sibTrans" presStyleCnt="0"/>
      <dgm:spPr/>
    </dgm:pt>
    <dgm:pt modelId="{F3B1316D-4ABA-4A71-BA9A-06FB0CC625C8}" type="pres">
      <dgm:prSet presAssocID="{B9E40A76-E25A-46C9-AE4B-B80C29306822}" presName="compNode" presStyleCnt="0"/>
      <dgm:spPr/>
    </dgm:pt>
    <dgm:pt modelId="{69EDD001-1F07-4B2E-ACAC-D25324990989}" type="pres">
      <dgm:prSet presAssocID="{B9E40A76-E25A-46C9-AE4B-B80C29306822}" presName="bgRect" presStyleLbl="bgShp" presStyleIdx="4" presStyleCnt="5"/>
      <dgm:spPr/>
    </dgm:pt>
    <dgm:pt modelId="{40EDE7C6-53C3-4FC3-B2D0-663B9AFA8EFD}" type="pres">
      <dgm:prSet presAssocID="{B9E40A76-E25A-46C9-AE4B-B80C29306822}"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Network outline"/>
        </a:ext>
      </dgm:extLst>
    </dgm:pt>
    <dgm:pt modelId="{03FBB1F4-F451-402A-8418-8E86D31DE06D}" type="pres">
      <dgm:prSet presAssocID="{B9E40A76-E25A-46C9-AE4B-B80C29306822}" presName="spaceRect" presStyleCnt="0"/>
      <dgm:spPr/>
    </dgm:pt>
    <dgm:pt modelId="{F51CDE46-E110-4A3A-8586-BDE5003499B7}" type="pres">
      <dgm:prSet presAssocID="{B9E40A76-E25A-46C9-AE4B-B80C29306822}" presName="parTx" presStyleLbl="revTx" presStyleIdx="4" presStyleCnt="5">
        <dgm:presLayoutVars>
          <dgm:chMax val="0"/>
          <dgm:chPref val="0"/>
        </dgm:presLayoutVars>
      </dgm:prSet>
      <dgm:spPr/>
    </dgm:pt>
  </dgm:ptLst>
  <dgm:cxnLst>
    <dgm:cxn modelId="{639C5720-5119-4257-8F86-21FC0D1065F9}" srcId="{C1F16B6A-DED1-4262-AE99-0578DDB2B145}" destId="{133CB82A-F6A4-43B3-8DCB-EDD66DE36CB3}" srcOrd="3" destOrd="0" parTransId="{2939428A-455D-48CD-AAAA-686A01C875A6}" sibTransId="{9B814697-9B34-4C98-9A83-2A1541381EE5}"/>
    <dgm:cxn modelId="{8E2EF43B-BB1A-4C88-BC7D-69BB29041032}" srcId="{C1F16B6A-DED1-4262-AE99-0578DDB2B145}" destId="{A329F826-9A29-454F-B7F6-FE760D874AF6}" srcOrd="0" destOrd="0" parTransId="{0790929E-123D-4A79-B5BD-79EF3C329FCE}" sibTransId="{DC7E5BD2-54AC-420C-BB81-0145B058D2D0}"/>
    <dgm:cxn modelId="{E4192C6C-BE0A-4D7A-82C6-9442F4048612}" type="presOf" srcId="{B9E40A76-E25A-46C9-AE4B-B80C29306822}" destId="{F51CDE46-E110-4A3A-8586-BDE5003499B7}" srcOrd="0" destOrd="0" presId="urn:microsoft.com/office/officeart/2018/2/layout/IconVerticalSolidList"/>
    <dgm:cxn modelId="{A07F1F59-033C-4222-880F-74BE29EE9EE7}" type="presOf" srcId="{133CB82A-F6A4-43B3-8DCB-EDD66DE36CB3}" destId="{BD21E640-A909-4649-A111-96A7D21C9D1A}" srcOrd="0" destOrd="0" presId="urn:microsoft.com/office/officeart/2018/2/layout/IconVerticalSolidList"/>
    <dgm:cxn modelId="{5A94BA9B-435F-4032-9FFC-94F9EDF31763}" type="presOf" srcId="{C1F16B6A-DED1-4262-AE99-0578DDB2B145}" destId="{87FDFB0C-706A-459D-9BAF-6F1DB0300350}" srcOrd="0" destOrd="0" presId="urn:microsoft.com/office/officeart/2018/2/layout/IconVerticalSolidList"/>
    <dgm:cxn modelId="{750D46C6-7EB2-48A3-BF19-88C3746649E8}" srcId="{C1F16B6A-DED1-4262-AE99-0578DDB2B145}" destId="{FE7236F3-F481-4254-AA5F-9D434C885B89}" srcOrd="2" destOrd="0" parTransId="{B6E763AD-6E52-46CA-A8D3-26CD16E3F264}" sibTransId="{41C5753C-7B44-4121-9902-F8E2CC7C5873}"/>
    <dgm:cxn modelId="{331ED5CA-4EC6-4E3C-8220-06A49AB6A4B1}" type="presOf" srcId="{A329F826-9A29-454F-B7F6-FE760D874AF6}" destId="{3FA0585C-CD64-41CD-9CBA-013AEDC3D352}" srcOrd="0" destOrd="0" presId="urn:microsoft.com/office/officeart/2018/2/layout/IconVerticalSolidList"/>
    <dgm:cxn modelId="{463494D3-2CD6-4035-A41C-CA174D87618A}" type="presOf" srcId="{920C3F9A-2398-48A1-AD90-B703EAEBD4AA}" destId="{8469006C-A73D-4B9C-BF2C-6F568DC4867E}" srcOrd="0" destOrd="0" presId="urn:microsoft.com/office/officeart/2018/2/layout/IconVerticalSolidList"/>
    <dgm:cxn modelId="{4F9FC3DC-0560-406C-89E1-C50C8739F0C3}" srcId="{C1F16B6A-DED1-4262-AE99-0578DDB2B145}" destId="{920C3F9A-2398-48A1-AD90-B703EAEBD4AA}" srcOrd="1" destOrd="0" parTransId="{2DD75834-F537-4310-9ABB-84388581CC73}" sibTransId="{90BDF0AD-E280-4AAE-8C7C-17AD7D02F992}"/>
    <dgm:cxn modelId="{96D8B0EA-E20E-4DCD-B5C8-6204C25716E4}" srcId="{C1F16B6A-DED1-4262-AE99-0578DDB2B145}" destId="{B9E40A76-E25A-46C9-AE4B-B80C29306822}" srcOrd="4" destOrd="0" parTransId="{3E922485-BEF9-4893-B6B6-C508A6D79E2F}" sibTransId="{8BFAA3E8-FB4B-4CA5-845F-202DC7148986}"/>
    <dgm:cxn modelId="{42BBCAFB-7D93-4D35-A2CB-4885016ED1B4}" type="presOf" srcId="{FE7236F3-F481-4254-AA5F-9D434C885B89}" destId="{D4A547EA-FACA-4F7F-B7B3-1A315D12C0DC}" srcOrd="0" destOrd="0" presId="urn:microsoft.com/office/officeart/2018/2/layout/IconVerticalSolidList"/>
    <dgm:cxn modelId="{11400187-7FCB-4C85-936E-F96497A51E7F}" type="presParOf" srcId="{87FDFB0C-706A-459D-9BAF-6F1DB0300350}" destId="{4EC384A9-F18B-462E-B64B-3804A7EE1B03}" srcOrd="0" destOrd="0" presId="urn:microsoft.com/office/officeart/2018/2/layout/IconVerticalSolidList"/>
    <dgm:cxn modelId="{15790262-9E8B-4138-AAC8-36DB08B6C2AF}" type="presParOf" srcId="{4EC384A9-F18B-462E-B64B-3804A7EE1B03}" destId="{236A09EC-FBD6-4E0A-967A-B7F586E06603}" srcOrd="0" destOrd="0" presId="urn:microsoft.com/office/officeart/2018/2/layout/IconVerticalSolidList"/>
    <dgm:cxn modelId="{6FDBF725-F123-4271-9B29-59BA4721C932}" type="presParOf" srcId="{4EC384A9-F18B-462E-B64B-3804A7EE1B03}" destId="{60124429-CE4F-4D68-81C8-0E20C7A01EE2}" srcOrd="1" destOrd="0" presId="urn:microsoft.com/office/officeart/2018/2/layout/IconVerticalSolidList"/>
    <dgm:cxn modelId="{2A99F81A-E435-4583-9D95-2BFF56A5D6E8}" type="presParOf" srcId="{4EC384A9-F18B-462E-B64B-3804A7EE1B03}" destId="{615CDC7B-4146-4BA6-B314-62A0CC37CF13}" srcOrd="2" destOrd="0" presId="urn:microsoft.com/office/officeart/2018/2/layout/IconVerticalSolidList"/>
    <dgm:cxn modelId="{77C904CA-C091-491A-8218-86B5AF10A4A3}" type="presParOf" srcId="{4EC384A9-F18B-462E-B64B-3804A7EE1B03}" destId="{3FA0585C-CD64-41CD-9CBA-013AEDC3D352}" srcOrd="3" destOrd="0" presId="urn:microsoft.com/office/officeart/2018/2/layout/IconVerticalSolidList"/>
    <dgm:cxn modelId="{D918AC83-B652-4072-8508-0AEC22ED58D0}" type="presParOf" srcId="{87FDFB0C-706A-459D-9BAF-6F1DB0300350}" destId="{9507FD34-FE3E-41B4-8AF1-E0A55C0AA703}" srcOrd="1" destOrd="0" presId="urn:microsoft.com/office/officeart/2018/2/layout/IconVerticalSolidList"/>
    <dgm:cxn modelId="{86BDA4DB-49B0-4C03-949D-7CEFF895C44C}" type="presParOf" srcId="{87FDFB0C-706A-459D-9BAF-6F1DB0300350}" destId="{74636C26-83AE-4BE9-8C98-71EE12F4AEB4}" srcOrd="2" destOrd="0" presId="urn:microsoft.com/office/officeart/2018/2/layout/IconVerticalSolidList"/>
    <dgm:cxn modelId="{FFD4A938-078F-4EEC-9BA0-C443BEC5420D}" type="presParOf" srcId="{74636C26-83AE-4BE9-8C98-71EE12F4AEB4}" destId="{3D77FE85-BA36-483B-853C-AA9526F11A28}" srcOrd="0" destOrd="0" presId="urn:microsoft.com/office/officeart/2018/2/layout/IconVerticalSolidList"/>
    <dgm:cxn modelId="{8A6E217C-9BE2-4BCC-A650-C4C4A8005836}" type="presParOf" srcId="{74636C26-83AE-4BE9-8C98-71EE12F4AEB4}" destId="{56C9AF32-8127-4994-829A-F38BBD6AF33A}" srcOrd="1" destOrd="0" presId="urn:microsoft.com/office/officeart/2018/2/layout/IconVerticalSolidList"/>
    <dgm:cxn modelId="{B3B8311C-0637-4C3C-969D-1884AA188A2F}" type="presParOf" srcId="{74636C26-83AE-4BE9-8C98-71EE12F4AEB4}" destId="{20D6A979-97DB-48C2-A375-EEE0C79E02E9}" srcOrd="2" destOrd="0" presId="urn:microsoft.com/office/officeart/2018/2/layout/IconVerticalSolidList"/>
    <dgm:cxn modelId="{EF7375F4-C727-4A38-88B9-4C2F2782E395}" type="presParOf" srcId="{74636C26-83AE-4BE9-8C98-71EE12F4AEB4}" destId="{8469006C-A73D-4B9C-BF2C-6F568DC4867E}" srcOrd="3" destOrd="0" presId="urn:microsoft.com/office/officeart/2018/2/layout/IconVerticalSolidList"/>
    <dgm:cxn modelId="{185766BE-0004-4076-B4DD-50D17267FC6B}" type="presParOf" srcId="{87FDFB0C-706A-459D-9BAF-6F1DB0300350}" destId="{22E98F5E-60B0-41FA-8339-E5F8D149F3C5}" srcOrd="3" destOrd="0" presId="urn:microsoft.com/office/officeart/2018/2/layout/IconVerticalSolidList"/>
    <dgm:cxn modelId="{D30E48FB-D6BE-4386-BBCD-7C1CF17D5210}" type="presParOf" srcId="{87FDFB0C-706A-459D-9BAF-6F1DB0300350}" destId="{8DF04181-0A0D-4304-892B-A113963A7AAE}" srcOrd="4" destOrd="0" presId="urn:microsoft.com/office/officeart/2018/2/layout/IconVerticalSolidList"/>
    <dgm:cxn modelId="{0CF21D7F-DFAE-429F-A2CD-7867C88715F2}" type="presParOf" srcId="{8DF04181-0A0D-4304-892B-A113963A7AAE}" destId="{694DFBF1-D09B-44C3-80FE-BC6701B85578}" srcOrd="0" destOrd="0" presId="urn:microsoft.com/office/officeart/2018/2/layout/IconVerticalSolidList"/>
    <dgm:cxn modelId="{0B9A7D29-FA28-4A75-BC2F-584A8326E1BE}" type="presParOf" srcId="{8DF04181-0A0D-4304-892B-A113963A7AAE}" destId="{8B59CB33-6C8E-4190-8F06-79B361DEA17D}" srcOrd="1" destOrd="0" presId="urn:microsoft.com/office/officeart/2018/2/layout/IconVerticalSolidList"/>
    <dgm:cxn modelId="{89E10C14-F190-4432-B4E8-B0520B80436A}" type="presParOf" srcId="{8DF04181-0A0D-4304-892B-A113963A7AAE}" destId="{BBCB3FCF-1AD8-4096-B57E-93D4A79794A7}" srcOrd="2" destOrd="0" presId="urn:microsoft.com/office/officeart/2018/2/layout/IconVerticalSolidList"/>
    <dgm:cxn modelId="{95B7F0D6-591E-4B01-BA19-116453BAA7BD}" type="presParOf" srcId="{8DF04181-0A0D-4304-892B-A113963A7AAE}" destId="{D4A547EA-FACA-4F7F-B7B3-1A315D12C0DC}" srcOrd="3" destOrd="0" presId="urn:microsoft.com/office/officeart/2018/2/layout/IconVerticalSolidList"/>
    <dgm:cxn modelId="{AA311570-7D71-4675-A263-9E7CB51F2ABC}" type="presParOf" srcId="{87FDFB0C-706A-459D-9BAF-6F1DB0300350}" destId="{63F572DD-05C1-489A-8A18-83421EC3231B}" srcOrd="5" destOrd="0" presId="urn:microsoft.com/office/officeart/2018/2/layout/IconVerticalSolidList"/>
    <dgm:cxn modelId="{B499FDE0-F90E-4217-8AFF-E3B6261E07EA}" type="presParOf" srcId="{87FDFB0C-706A-459D-9BAF-6F1DB0300350}" destId="{F080DE03-CF4D-4638-8225-CF6F2C0B0DC7}" srcOrd="6" destOrd="0" presId="urn:microsoft.com/office/officeart/2018/2/layout/IconVerticalSolidList"/>
    <dgm:cxn modelId="{F264DA2E-9F24-479D-951A-3CF5EEE6ED71}" type="presParOf" srcId="{F080DE03-CF4D-4638-8225-CF6F2C0B0DC7}" destId="{EDE55177-0BD8-4DF5-B0FE-D60B0DA8BDD4}" srcOrd="0" destOrd="0" presId="urn:microsoft.com/office/officeart/2018/2/layout/IconVerticalSolidList"/>
    <dgm:cxn modelId="{9B098D35-6BF0-4BC0-AA84-FA1C394DD735}" type="presParOf" srcId="{F080DE03-CF4D-4638-8225-CF6F2C0B0DC7}" destId="{17A37D63-08E8-4D61-BA34-B5FAE0436193}" srcOrd="1" destOrd="0" presId="urn:microsoft.com/office/officeart/2018/2/layout/IconVerticalSolidList"/>
    <dgm:cxn modelId="{18958AF6-C2B1-49AC-BCBC-253BC56C1C4C}" type="presParOf" srcId="{F080DE03-CF4D-4638-8225-CF6F2C0B0DC7}" destId="{0737F466-9A6A-49CF-BA9A-EBA1E6D765F2}" srcOrd="2" destOrd="0" presId="urn:microsoft.com/office/officeart/2018/2/layout/IconVerticalSolidList"/>
    <dgm:cxn modelId="{ACF4DF99-56F9-4A4B-844D-91DFFADB7428}" type="presParOf" srcId="{F080DE03-CF4D-4638-8225-CF6F2C0B0DC7}" destId="{BD21E640-A909-4649-A111-96A7D21C9D1A}" srcOrd="3" destOrd="0" presId="urn:microsoft.com/office/officeart/2018/2/layout/IconVerticalSolidList"/>
    <dgm:cxn modelId="{E4234ADB-58F5-4DC5-99D0-C200C2588698}" type="presParOf" srcId="{87FDFB0C-706A-459D-9BAF-6F1DB0300350}" destId="{5E37A70F-933F-45D2-B8F8-F80298B41DC3}" srcOrd="7" destOrd="0" presId="urn:microsoft.com/office/officeart/2018/2/layout/IconVerticalSolidList"/>
    <dgm:cxn modelId="{5BD3A911-824F-4F1A-89B8-348F2B3F743A}" type="presParOf" srcId="{87FDFB0C-706A-459D-9BAF-6F1DB0300350}" destId="{F3B1316D-4ABA-4A71-BA9A-06FB0CC625C8}" srcOrd="8" destOrd="0" presId="urn:microsoft.com/office/officeart/2018/2/layout/IconVerticalSolidList"/>
    <dgm:cxn modelId="{ED8DFA61-DB4B-419F-B1AF-96B5A8CA517E}" type="presParOf" srcId="{F3B1316D-4ABA-4A71-BA9A-06FB0CC625C8}" destId="{69EDD001-1F07-4B2E-ACAC-D25324990989}" srcOrd="0" destOrd="0" presId="urn:microsoft.com/office/officeart/2018/2/layout/IconVerticalSolidList"/>
    <dgm:cxn modelId="{11CEA757-9171-443E-9EE6-5C5B047C5CF3}" type="presParOf" srcId="{F3B1316D-4ABA-4A71-BA9A-06FB0CC625C8}" destId="{40EDE7C6-53C3-4FC3-B2D0-663B9AFA8EFD}" srcOrd="1" destOrd="0" presId="urn:microsoft.com/office/officeart/2018/2/layout/IconVerticalSolidList"/>
    <dgm:cxn modelId="{C8F66466-AC0E-4AA6-A68F-94CDB63EB725}" type="presParOf" srcId="{F3B1316D-4ABA-4A71-BA9A-06FB0CC625C8}" destId="{03FBB1F4-F451-402A-8418-8E86D31DE06D}" srcOrd="2" destOrd="0" presId="urn:microsoft.com/office/officeart/2018/2/layout/IconVerticalSolidList"/>
    <dgm:cxn modelId="{F85A3FC0-95B5-45CA-B62E-61534A1C6934}" type="presParOf" srcId="{F3B1316D-4ABA-4A71-BA9A-06FB0CC625C8}" destId="{F51CDE46-E110-4A3A-8586-BDE5003499B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FB83E35-FAB6-44B2-A016-5A087F4AD60A}"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665A7658-E27D-4333-8FC7-17AAFF2BDD5C}">
      <dgm:prSet/>
      <dgm:spPr/>
      <dgm:t>
        <a:bodyPr/>
        <a:lstStyle/>
        <a:p>
          <a:r>
            <a:rPr lang="en-US" dirty="0"/>
            <a:t>Written for staff, board, both, members?</a:t>
          </a:r>
        </a:p>
      </dgm:t>
    </dgm:pt>
    <dgm:pt modelId="{959C1FC0-42C7-4A96-BC87-7E96AAD1ECA2}" type="parTrans" cxnId="{EB796918-4F08-488C-8BEB-FB7FF21D8C4E}">
      <dgm:prSet/>
      <dgm:spPr/>
      <dgm:t>
        <a:bodyPr/>
        <a:lstStyle/>
        <a:p>
          <a:endParaRPr lang="en-US" sz="2400"/>
        </a:p>
      </dgm:t>
    </dgm:pt>
    <dgm:pt modelId="{53580186-D441-4DAF-B16F-33BE1597CD2D}" type="sibTrans" cxnId="{EB796918-4F08-488C-8BEB-FB7FF21D8C4E}">
      <dgm:prSet/>
      <dgm:spPr/>
      <dgm:t>
        <a:bodyPr/>
        <a:lstStyle/>
        <a:p>
          <a:endParaRPr lang="en-US"/>
        </a:p>
      </dgm:t>
    </dgm:pt>
    <dgm:pt modelId="{3D87B3B6-CECD-4DE2-B31A-ABDA61524C34}">
      <dgm:prSet/>
      <dgm:spPr/>
      <dgm:t>
        <a:bodyPr/>
        <a:lstStyle/>
        <a:p>
          <a:r>
            <a:rPr lang="en-US"/>
            <a:t>Ethics/Fairness/Bias</a:t>
          </a:r>
        </a:p>
      </dgm:t>
    </dgm:pt>
    <dgm:pt modelId="{90D77DA0-B770-4F91-8860-FC93C3016739}" type="parTrans" cxnId="{1C124C9E-B495-435D-90FA-359C7B9A3203}">
      <dgm:prSet/>
      <dgm:spPr/>
      <dgm:t>
        <a:bodyPr/>
        <a:lstStyle/>
        <a:p>
          <a:endParaRPr lang="en-US" sz="2400"/>
        </a:p>
      </dgm:t>
    </dgm:pt>
    <dgm:pt modelId="{907DBEE8-CC09-4A49-9FEC-4DFC64D4B232}" type="sibTrans" cxnId="{1C124C9E-B495-435D-90FA-359C7B9A3203}">
      <dgm:prSet/>
      <dgm:spPr/>
      <dgm:t>
        <a:bodyPr/>
        <a:lstStyle/>
        <a:p>
          <a:endParaRPr lang="en-US"/>
        </a:p>
      </dgm:t>
    </dgm:pt>
    <dgm:pt modelId="{4D03C908-29A1-4D55-AC8D-148A316A1DED}">
      <dgm:prSet/>
      <dgm:spPr/>
      <dgm:t>
        <a:bodyPr/>
        <a:lstStyle/>
        <a:p>
          <a:r>
            <a:rPr lang="en-US"/>
            <a:t>Data privacy</a:t>
          </a:r>
        </a:p>
      </dgm:t>
    </dgm:pt>
    <dgm:pt modelId="{DDC5FC74-8D8B-495F-B44D-796E1C5D3A09}" type="parTrans" cxnId="{57FC09B4-B0AD-48B9-9147-601DAF6D8055}">
      <dgm:prSet/>
      <dgm:spPr/>
      <dgm:t>
        <a:bodyPr/>
        <a:lstStyle/>
        <a:p>
          <a:endParaRPr lang="en-US" sz="2400"/>
        </a:p>
      </dgm:t>
    </dgm:pt>
    <dgm:pt modelId="{F4BE62E6-C374-4F91-888A-BB64B634F04C}" type="sibTrans" cxnId="{57FC09B4-B0AD-48B9-9147-601DAF6D8055}">
      <dgm:prSet/>
      <dgm:spPr/>
      <dgm:t>
        <a:bodyPr/>
        <a:lstStyle/>
        <a:p>
          <a:endParaRPr lang="en-US"/>
        </a:p>
      </dgm:t>
    </dgm:pt>
    <dgm:pt modelId="{7618E091-A23B-45A4-B515-8C47A25DEFA2}">
      <dgm:prSet/>
      <dgm:spPr/>
      <dgm:t>
        <a:bodyPr/>
        <a:lstStyle/>
        <a:p>
          <a:r>
            <a:rPr lang="en-US" dirty="0"/>
            <a:t>AI tool selection and support</a:t>
          </a:r>
        </a:p>
      </dgm:t>
    </dgm:pt>
    <dgm:pt modelId="{D0B02A46-A980-410D-8E62-F0FE1E0B4DA3}" type="parTrans" cxnId="{977ECC22-2C27-4900-BE41-825FDBBC16D8}">
      <dgm:prSet/>
      <dgm:spPr/>
      <dgm:t>
        <a:bodyPr/>
        <a:lstStyle/>
        <a:p>
          <a:endParaRPr lang="en-US" sz="2400"/>
        </a:p>
      </dgm:t>
    </dgm:pt>
    <dgm:pt modelId="{6B4D1AB7-E3FB-483E-9209-DB71E0D5E2A9}" type="sibTrans" cxnId="{977ECC22-2C27-4900-BE41-825FDBBC16D8}">
      <dgm:prSet/>
      <dgm:spPr/>
      <dgm:t>
        <a:bodyPr/>
        <a:lstStyle/>
        <a:p>
          <a:endParaRPr lang="en-US"/>
        </a:p>
      </dgm:t>
    </dgm:pt>
    <dgm:pt modelId="{EAFC0E26-C054-4878-ABDA-C992F5B06EE6}">
      <dgm:prSet/>
      <dgm:spPr/>
      <dgm:t>
        <a:bodyPr/>
        <a:lstStyle/>
        <a:p>
          <a:r>
            <a:rPr lang="en-US"/>
            <a:t>Professional learning</a:t>
          </a:r>
        </a:p>
      </dgm:t>
    </dgm:pt>
    <dgm:pt modelId="{FFC28520-DE39-4CFD-BF8C-6268DF658073}" type="parTrans" cxnId="{0192021B-B8C6-459C-B3F4-CF7FCA13A51E}">
      <dgm:prSet/>
      <dgm:spPr/>
      <dgm:t>
        <a:bodyPr/>
        <a:lstStyle/>
        <a:p>
          <a:endParaRPr lang="en-US" sz="2400"/>
        </a:p>
      </dgm:t>
    </dgm:pt>
    <dgm:pt modelId="{E151BBB4-E42D-42D0-96A1-C930A88F4355}" type="sibTrans" cxnId="{0192021B-B8C6-459C-B3F4-CF7FCA13A51E}">
      <dgm:prSet/>
      <dgm:spPr/>
      <dgm:t>
        <a:bodyPr/>
        <a:lstStyle/>
        <a:p>
          <a:endParaRPr lang="en-US"/>
        </a:p>
      </dgm:t>
    </dgm:pt>
    <dgm:pt modelId="{04CFF9A9-35CD-45FF-8430-0FA9B6D573F0}">
      <dgm:prSet/>
      <dgm:spPr/>
      <dgm:t>
        <a:bodyPr/>
        <a:lstStyle/>
        <a:p>
          <a:r>
            <a:rPr lang="en-US"/>
            <a:t>Connections</a:t>
          </a:r>
        </a:p>
      </dgm:t>
    </dgm:pt>
    <dgm:pt modelId="{AA43DCCD-DF10-4247-899E-2875FE9B4EAC}" type="parTrans" cxnId="{9815C420-D0D9-43FC-9146-505211898AF4}">
      <dgm:prSet/>
      <dgm:spPr/>
      <dgm:t>
        <a:bodyPr/>
        <a:lstStyle/>
        <a:p>
          <a:endParaRPr lang="en-US" sz="2400"/>
        </a:p>
      </dgm:t>
    </dgm:pt>
    <dgm:pt modelId="{BA0FA922-B362-4433-B75D-A223AE81B8CF}" type="sibTrans" cxnId="{9815C420-D0D9-43FC-9146-505211898AF4}">
      <dgm:prSet/>
      <dgm:spPr/>
      <dgm:t>
        <a:bodyPr/>
        <a:lstStyle/>
        <a:p>
          <a:endParaRPr lang="en-US"/>
        </a:p>
      </dgm:t>
    </dgm:pt>
    <dgm:pt modelId="{7829C1D2-ADE4-4514-A3DC-5A45ED195C9C}">
      <dgm:prSet/>
      <dgm:spPr/>
      <dgm:t>
        <a:bodyPr/>
        <a:lstStyle/>
        <a:p>
          <a:r>
            <a:rPr lang="en-US"/>
            <a:t>Organizational use</a:t>
          </a:r>
        </a:p>
      </dgm:t>
    </dgm:pt>
    <dgm:pt modelId="{F3BF3657-11B6-406F-8D56-B6DD1521173D}" type="parTrans" cxnId="{C5D80FC6-69FD-4384-8996-4A6BEEC9B1B7}">
      <dgm:prSet/>
      <dgm:spPr/>
      <dgm:t>
        <a:bodyPr/>
        <a:lstStyle/>
        <a:p>
          <a:endParaRPr lang="en-US" sz="2400"/>
        </a:p>
      </dgm:t>
    </dgm:pt>
    <dgm:pt modelId="{60021A2B-7F66-4F50-B0C8-155A3A73EE72}" type="sibTrans" cxnId="{C5D80FC6-69FD-4384-8996-4A6BEEC9B1B7}">
      <dgm:prSet/>
      <dgm:spPr/>
      <dgm:t>
        <a:bodyPr/>
        <a:lstStyle/>
        <a:p>
          <a:endParaRPr lang="en-US"/>
        </a:p>
      </dgm:t>
    </dgm:pt>
    <dgm:pt modelId="{A1431448-F1CC-4A93-9177-C994D720D575}" type="pres">
      <dgm:prSet presAssocID="{9FB83E35-FAB6-44B2-A016-5A087F4AD60A}" presName="diagram" presStyleCnt="0">
        <dgm:presLayoutVars>
          <dgm:dir/>
          <dgm:resizeHandles val="exact"/>
        </dgm:presLayoutVars>
      </dgm:prSet>
      <dgm:spPr/>
    </dgm:pt>
    <dgm:pt modelId="{DBE2AA73-E673-45CF-B0FD-111600015D78}" type="pres">
      <dgm:prSet presAssocID="{665A7658-E27D-4333-8FC7-17AAFF2BDD5C}" presName="node" presStyleLbl="node1" presStyleIdx="0" presStyleCnt="7">
        <dgm:presLayoutVars>
          <dgm:bulletEnabled val="1"/>
        </dgm:presLayoutVars>
      </dgm:prSet>
      <dgm:spPr/>
    </dgm:pt>
    <dgm:pt modelId="{2514B423-3DB8-437D-A2DC-1F2CF444A77B}" type="pres">
      <dgm:prSet presAssocID="{53580186-D441-4DAF-B16F-33BE1597CD2D}" presName="sibTrans" presStyleCnt="0"/>
      <dgm:spPr/>
    </dgm:pt>
    <dgm:pt modelId="{90978979-5B5B-444D-835B-CD9BC49F6B7C}" type="pres">
      <dgm:prSet presAssocID="{3D87B3B6-CECD-4DE2-B31A-ABDA61524C34}" presName="node" presStyleLbl="node1" presStyleIdx="1" presStyleCnt="7">
        <dgm:presLayoutVars>
          <dgm:bulletEnabled val="1"/>
        </dgm:presLayoutVars>
      </dgm:prSet>
      <dgm:spPr/>
    </dgm:pt>
    <dgm:pt modelId="{AAAC1781-069F-430A-ABEA-EC78FF0A2368}" type="pres">
      <dgm:prSet presAssocID="{907DBEE8-CC09-4A49-9FEC-4DFC64D4B232}" presName="sibTrans" presStyleCnt="0"/>
      <dgm:spPr/>
    </dgm:pt>
    <dgm:pt modelId="{A1D7B248-86A0-4266-BBE9-F5F9988BEC7E}" type="pres">
      <dgm:prSet presAssocID="{4D03C908-29A1-4D55-AC8D-148A316A1DED}" presName="node" presStyleLbl="node1" presStyleIdx="2" presStyleCnt="7">
        <dgm:presLayoutVars>
          <dgm:bulletEnabled val="1"/>
        </dgm:presLayoutVars>
      </dgm:prSet>
      <dgm:spPr/>
    </dgm:pt>
    <dgm:pt modelId="{797DF83D-FCBA-45EF-AC52-15D2C5E37760}" type="pres">
      <dgm:prSet presAssocID="{F4BE62E6-C374-4F91-888A-BB64B634F04C}" presName="sibTrans" presStyleCnt="0"/>
      <dgm:spPr/>
    </dgm:pt>
    <dgm:pt modelId="{60888339-EBDA-4C7A-9ED6-FA85848CBB95}" type="pres">
      <dgm:prSet presAssocID="{7618E091-A23B-45A4-B515-8C47A25DEFA2}" presName="node" presStyleLbl="node1" presStyleIdx="3" presStyleCnt="7">
        <dgm:presLayoutVars>
          <dgm:bulletEnabled val="1"/>
        </dgm:presLayoutVars>
      </dgm:prSet>
      <dgm:spPr/>
    </dgm:pt>
    <dgm:pt modelId="{ED87051D-A205-4751-BC6B-952FD8AFEC53}" type="pres">
      <dgm:prSet presAssocID="{6B4D1AB7-E3FB-483E-9209-DB71E0D5E2A9}" presName="sibTrans" presStyleCnt="0"/>
      <dgm:spPr/>
    </dgm:pt>
    <dgm:pt modelId="{98979561-EE9E-4A1C-84F1-20DB598AFF8E}" type="pres">
      <dgm:prSet presAssocID="{EAFC0E26-C054-4878-ABDA-C992F5B06EE6}" presName="node" presStyleLbl="node1" presStyleIdx="4" presStyleCnt="7">
        <dgm:presLayoutVars>
          <dgm:bulletEnabled val="1"/>
        </dgm:presLayoutVars>
      </dgm:prSet>
      <dgm:spPr/>
    </dgm:pt>
    <dgm:pt modelId="{71823ED3-D9FD-4119-B771-202E044F2BB8}" type="pres">
      <dgm:prSet presAssocID="{E151BBB4-E42D-42D0-96A1-C930A88F4355}" presName="sibTrans" presStyleCnt="0"/>
      <dgm:spPr/>
    </dgm:pt>
    <dgm:pt modelId="{5A6BDFCD-E772-4059-BB76-F181A2AABAC0}" type="pres">
      <dgm:prSet presAssocID="{04CFF9A9-35CD-45FF-8430-0FA9B6D573F0}" presName="node" presStyleLbl="node1" presStyleIdx="5" presStyleCnt="7">
        <dgm:presLayoutVars>
          <dgm:bulletEnabled val="1"/>
        </dgm:presLayoutVars>
      </dgm:prSet>
      <dgm:spPr/>
    </dgm:pt>
    <dgm:pt modelId="{F297A664-F8A4-454A-9F65-44B0BC94F0A9}" type="pres">
      <dgm:prSet presAssocID="{BA0FA922-B362-4433-B75D-A223AE81B8CF}" presName="sibTrans" presStyleCnt="0"/>
      <dgm:spPr/>
    </dgm:pt>
    <dgm:pt modelId="{D34D45CB-7CE5-424C-9BC6-EA5D1C953CAA}" type="pres">
      <dgm:prSet presAssocID="{7829C1D2-ADE4-4514-A3DC-5A45ED195C9C}" presName="node" presStyleLbl="node1" presStyleIdx="6" presStyleCnt="7">
        <dgm:presLayoutVars>
          <dgm:bulletEnabled val="1"/>
        </dgm:presLayoutVars>
      </dgm:prSet>
      <dgm:spPr/>
    </dgm:pt>
  </dgm:ptLst>
  <dgm:cxnLst>
    <dgm:cxn modelId="{17E18405-139F-4924-93ED-2D5D05FF1ED9}" type="presOf" srcId="{7829C1D2-ADE4-4514-A3DC-5A45ED195C9C}" destId="{D34D45CB-7CE5-424C-9BC6-EA5D1C953CAA}" srcOrd="0" destOrd="0" presId="urn:microsoft.com/office/officeart/2005/8/layout/default"/>
    <dgm:cxn modelId="{1D077B13-C601-44D3-950B-05CCBC01DACB}" type="presOf" srcId="{7618E091-A23B-45A4-B515-8C47A25DEFA2}" destId="{60888339-EBDA-4C7A-9ED6-FA85848CBB95}" srcOrd="0" destOrd="0" presId="urn:microsoft.com/office/officeart/2005/8/layout/default"/>
    <dgm:cxn modelId="{EB796918-4F08-488C-8BEB-FB7FF21D8C4E}" srcId="{9FB83E35-FAB6-44B2-A016-5A087F4AD60A}" destId="{665A7658-E27D-4333-8FC7-17AAFF2BDD5C}" srcOrd="0" destOrd="0" parTransId="{959C1FC0-42C7-4A96-BC87-7E96AAD1ECA2}" sibTransId="{53580186-D441-4DAF-B16F-33BE1597CD2D}"/>
    <dgm:cxn modelId="{0192021B-B8C6-459C-B3F4-CF7FCA13A51E}" srcId="{9FB83E35-FAB6-44B2-A016-5A087F4AD60A}" destId="{EAFC0E26-C054-4878-ABDA-C992F5B06EE6}" srcOrd="4" destOrd="0" parTransId="{FFC28520-DE39-4CFD-BF8C-6268DF658073}" sibTransId="{E151BBB4-E42D-42D0-96A1-C930A88F4355}"/>
    <dgm:cxn modelId="{9815C420-D0D9-43FC-9146-505211898AF4}" srcId="{9FB83E35-FAB6-44B2-A016-5A087F4AD60A}" destId="{04CFF9A9-35CD-45FF-8430-0FA9B6D573F0}" srcOrd="5" destOrd="0" parTransId="{AA43DCCD-DF10-4247-899E-2875FE9B4EAC}" sibTransId="{BA0FA922-B362-4433-B75D-A223AE81B8CF}"/>
    <dgm:cxn modelId="{977ECC22-2C27-4900-BE41-825FDBBC16D8}" srcId="{9FB83E35-FAB6-44B2-A016-5A087F4AD60A}" destId="{7618E091-A23B-45A4-B515-8C47A25DEFA2}" srcOrd="3" destOrd="0" parTransId="{D0B02A46-A980-410D-8E62-F0FE1E0B4DA3}" sibTransId="{6B4D1AB7-E3FB-483E-9209-DB71E0D5E2A9}"/>
    <dgm:cxn modelId="{119B3C31-C368-4C02-B4B6-F08BE8F1C948}" type="presOf" srcId="{665A7658-E27D-4333-8FC7-17AAFF2BDD5C}" destId="{DBE2AA73-E673-45CF-B0FD-111600015D78}" srcOrd="0" destOrd="0" presId="urn:microsoft.com/office/officeart/2005/8/layout/default"/>
    <dgm:cxn modelId="{9E2A5C46-B00C-46C8-8346-8BFA6B550134}" type="presOf" srcId="{3D87B3B6-CECD-4DE2-B31A-ABDA61524C34}" destId="{90978979-5B5B-444D-835B-CD9BC49F6B7C}" srcOrd="0" destOrd="0" presId="urn:microsoft.com/office/officeart/2005/8/layout/default"/>
    <dgm:cxn modelId="{36694B6D-E4A1-47E9-84EB-A708568769FF}" type="presOf" srcId="{EAFC0E26-C054-4878-ABDA-C992F5B06EE6}" destId="{98979561-EE9E-4A1C-84F1-20DB598AFF8E}" srcOrd="0" destOrd="0" presId="urn:microsoft.com/office/officeart/2005/8/layout/default"/>
    <dgm:cxn modelId="{1C124C9E-B495-435D-90FA-359C7B9A3203}" srcId="{9FB83E35-FAB6-44B2-A016-5A087F4AD60A}" destId="{3D87B3B6-CECD-4DE2-B31A-ABDA61524C34}" srcOrd="1" destOrd="0" parTransId="{90D77DA0-B770-4F91-8860-FC93C3016739}" sibTransId="{907DBEE8-CC09-4A49-9FEC-4DFC64D4B232}"/>
    <dgm:cxn modelId="{9F7A2AA1-A4F8-4180-933D-CA23A38BAB43}" type="presOf" srcId="{04CFF9A9-35CD-45FF-8430-0FA9B6D573F0}" destId="{5A6BDFCD-E772-4059-BB76-F181A2AABAC0}" srcOrd="0" destOrd="0" presId="urn:microsoft.com/office/officeart/2005/8/layout/default"/>
    <dgm:cxn modelId="{57FC09B4-B0AD-48B9-9147-601DAF6D8055}" srcId="{9FB83E35-FAB6-44B2-A016-5A087F4AD60A}" destId="{4D03C908-29A1-4D55-AC8D-148A316A1DED}" srcOrd="2" destOrd="0" parTransId="{DDC5FC74-8D8B-495F-B44D-796E1C5D3A09}" sibTransId="{F4BE62E6-C374-4F91-888A-BB64B634F04C}"/>
    <dgm:cxn modelId="{2F2488C1-8306-4DAE-9EE2-647BB9138A99}" type="presOf" srcId="{4D03C908-29A1-4D55-AC8D-148A316A1DED}" destId="{A1D7B248-86A0-4266-BBE9-F5F9988BEC7E}" srcOrd="0" destOrd="0" presId="urn:microsoft.com/office/officeart/2005/8/layout/default"/>
    <dgm:cxn modelId="{C5D80FC6-69FD-4384-8996-4A6BEEC9B1B7}" srcId="{9FB83E35-FAB6-44B2-A016-5A087F4AD60A}" destId="{7829C1D2-ADE4-4514-A3DC-5A45ED195C9C}" srcOrd="6" destOrd="0" parTransId="{F3BF3657-11B6-406F-8D56-B6DD1521173D}" sibTransId="{60021A2B-7F66-4F50-B0C8-155A3A73EE72}"/>
    <dgm:cxn modelId="{A17FA0C6-D3E5-47E2-B8A9-BDA5109B8C1C}" type="presOf" srcId="{9FB83E35-FAB6-44B2-A016-5A087F4AD60A}" destId="{A1431448-F1CC-4A93-9177-C994D720D575}" srcOrd="0" destOrd="0" presId="urn:microsoft.com/office/officeart/2005/8/layout/default"/>
    <dgm:cxn modelId="{D4AA4AD2-C788-470F-A424-2618E808394F}" type="presParOf" srcId="{A1431448-F1CC-4A93-9177-C994D720D575}" destId="{DBE2AA73-E673-45CF-B0FD-111600015D78}" srcOrd="0" destOrd="0" presId="urn:microsoft.com/office/officeart/2005/8/layout/default"/>
    <dgm:cxn modelId="{A2265600-1F6E-43CF-9572-7F674BAF00AD}" type="presParOf" srcId="{A1431448-F1CC-4A93-9177-C994D720D575}" destId="{2514B423-3DB8-437D-A2DC-1F2CF444A77B}" srcOrd="1" destOrd="0" presId="urn:microsoft.com/office/officeart/2005/8/layout/default"/>
    <dgm:cxn modelId="{851745A3-4C56-45AD-A535-6B55B2FC8CE4}" type="presParOf" srcId="{A1431448-F1CC-4A93-9177-C994D720D575}" destId="{90978979-5B5B-444D-835B-CD9BC49F6B7C}" srcOrd="2" destOrd="0" presId="urn:microsoft.com/office/officeart/2005/8/layout/default"/>
    <dgm:cxn modelId="{DC5F680E-C940-4817-9FF7-5D297CE4E242}" type="presParOf" srcId="{A1431448-F1CC-4A93-9177-C994D720D575}" destId="{AAAC1781-069F-430A-ABEA-EC78FF0A2368}" srcOrd="3" destOrd="0" presId="urn:microsoft.com/office/officeart/2005/8/layout/default"/>
    <dgm:cxn modelId="{D437CC0F-0788-487E-A777-5E347900C0F9}" type="presParOf" srcId="{A1431448-F1CC-4A93-9177-C994D720D575}" destId="{A1D7B248-86A0-4266-BBE9-F5F9988BEC7E}" srcOrd="4" destOrd="0" presId="urn:microsoft.com/office/officeart/2005/8/layout/default"/>
    <dgm:cxn modelId="{132035C2-9F83-4003-9C97-1006C9B4E47C}" type="presParOf" srcId="{A1431448-F1CC-4A93-9177-C994D720D575}" destId="{797DF83D-FCBA-45EF-AC52-15D2C5E37760}" srcOrd="5" destOrd="0" presId="urn:microsoft.com/office/officeart/2005/8/layout/default"/>
    <dgm:cxn modelId="{B5AB2BCB-2C23-4713-B726-EBAF78F3A487}" type="presParOf" srcId="{A1431448-F1CC-4A93-9177-C994D720D575}" destId="{60888339-EBDA-4C7A-9ED6-FA85848CBB95}" srcOrd="6" destOrd="0" presId="urn:microsoft.com/office/officeart/2005/8/layout/default"/>
    <dgm:cxn modelId="{0BA5AF80-F2F7-48AF-814B-CF5E6CEEF955}" type="presParOf" srcId="{A1431448-F1CC-4A93-9177-C994D720D575}" destId="{ED87051D-A205-4751-BC6B-952FD8AFEC53}" srcOrd="7" destOrd="0" presId="urn:microsoft.com/office/officeart/2005/8/layout/default"/>
    <dgm:cxn modelId="{AEDDF620-FDEC-406D-A4FC-28C014A3CD4F}" type="presParOf" srcId="{A1431448-F1CC-4A93-9177-C994D720D575}" destId="{98979561-EE9E-4A1C-84F1-20DB598AFF8E}" srcOrd="8" destOrd="0" presId="urn:microsoft.com/office/officeart/2005/8/layout/default"/>
    <dgm:cxn modelId="{3CFC3595-CD50-4578-8973-573DA9F778FE}" type="presParOf" srcId="{A1431448-F1CC-4A93-9177-C994D720D575}" destId="{71823ED3-D9FD-4119-B771-202E044F2BB8}" srcOrd="9" destOrd="0" presId="urn:microsoft.com/office/officeart/2005/8/layout/default"/>
    <dgm:cxn modelId="{DEC31158-6583-486A-85BA-915D3DC48D63}" type="presParOf" srcId="{A1431448-F1CC-4A93-9177-C994D720D575}" destId="{5A6BDFCD-E772-4059-BB76-F181A2AABAC0}" srcOrd="10" destOrd="0" presId="urn:microsoft.com/office/officeart/2005/8/layout/default"/>
    <dgm:cxn modelId="{9CE68F75-EBF5-44E3-996F-A9708E4BD325}" type="presParOf" srcId="{A1431448-F1CC-4A93-9177-C994D720D575}" destId="{F297A664-F8A4-454A-9F65-44B0BC94F0A9}" srcOrd="11" destOrd="0" presId="urn:microsoft.com/office/officeart/2005/8/layout/default"/>
    <dgm:cxn modelId="{87AEBEC8-9929-487B-84F3-47549C797809}" type="presParOf" srcId="{A1431448-F1CC-4A93-9177-C994D720D575}" destId="{D34D45CB-7CE5-424C-9BC6-EA5D1C953CAA}"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E9720E9-E8BC-465E-8AE4-D88D64378BD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C76EDB5-91FE-4B60-8018-B2FC5CF278D3}">
      <dgm:prSet custT="1"/>
      <dgm:spPr/>
      <dgm:t>
        <a:bodyPr/>
        <a:lstStyle/>
        <a:p>
          <a:pPr>
            <a:defRPr cap="all"/>
          </a:pPr>
          <a:r>
            <a:rPr lang="en-US" sz="2200" cap="none" dirty="0"/>
            <a:t>How do we ensure AI systems are fair, unbiased, and beneficial to all staff?</a:t>
          </a:r>
        </a:p>
      </dgm:t>
    </dgm:pt>
    <dgm:pt modelId="{F039E9EF-D0EA-4DED-9B1B-F0F372F4B9C8}" type="parTrans" cxnId="{BF741546-B813-4AD3-8A4E-FF99D5AC7542}">
      <dgm:prSet/>
      <dgm:spPr/>
      <dgm:t>
        <a:bodyPr/>
        <a:lstStyle/>
        <a:p>
          <a:endParaRPr lang="en-US" sz="2000"/>
        </a:p>
      </dgm:t>
    </dgm:pt>
    <dgm:pt modelId="{ECD53CF4-0DBA-4B69-BBCA-8A84FAC15D36}" type="sibTrans" cxnId="{BF741546-B813-4AD3-8A4E-FF99D5AC7542}">
      <dgm:prSet/>
      <dgm:spPr/>
      <dgm:t>
        <a:bodyPr/>
        <a:lstStyle/>
        <a:p>
          <a:endParaRPr lang="en-US" sz="2000"/>
        </a:p>
      </dgm:t>
    </dgm:pt>
    <dgm:pt modelId="{38C0E586-FD5F-47E5-AAD0-C0852764663A}">
      <dgm:prSet custT="1"/>
      <dgm:spPr/>
      <dgm:t>
        <a:bodyPr/>
        <a:lstStyle/>
        <a:p>
          <a:pPr>
            <a:defRPr cap="all"/>
          </a:pPr>
          <a:r>
            <a:rPr lang="en-US" sz="2200" cap="none" dirty="0"/>
            <a:t>How do we ensure AI tools are transparent and explainable?</a:t>
          </a:r>
        </a:p>
      </dgm:t>
    </dgm:pt>
    <dgm:pt modelId="{C340CED4-B410-49C5-897F-EB14E973EE2C}" type="parTrans" cxnId="{3CF8389C-237E-4AB6-B73F-2B558495CD5B}">
      <dgm:prSet/>
      <dgm:spPr/>
      <dgm:t>
        <a:bodyPr/>
        <a:lstStyle/>
        <a:p>
          <a:endParaRPr lang="en-US" sz="2000"/>
        </a:p>
      </dgm:t>
    </dgm:pt>
    <dgm:pt modelId="{D70B17D4-8265-44CD-ADFF-6DE1BA4EF097}" type="sibTrans" cxnId="{3CF8389C-237E-4AB6-B73F-2B558495CD5B}">
      <dgm:prSet/>
      <dgm:spPr/>
      <dgm:t>
        <a:bodyPr/>
        <a:lstStyle/>
        <a:p>
          <a:endParaRPr lang="en-US" sz="2000"/>
        </a:p>
      </dgm:t>
    </dgm:pt>
    <dgm:pt modelId="{3B8E6D31-EFAF-4DA9-9782-111A847F4964}">
      <dgm:prSet custT="1"/>
      <dgm:spPr/>
      <dgm:t>
        <a:bodyPr/>
        <a:lstStyle/>
        <a:p>
          <a:pPr>
            <a:defRPr cap="all"/>
          </a:pPr>
          <a:r>
            <a:rPr lang="en-US" sz="2200" cap="none" dirty="0"/>
            <a:t>How do we address and prevent biases in ai-driven tools?</a:t>
          </a:r>
        </a:p>
      </dgm:t>
    </dgm:pt>
    <dgm:pt modelId="{973B9519-FFFC-4747-B68A-53379CEFEEB2}" type="parTrans" cxnId="{9B099A9B-05D4-4467-AF1E-F6B8F8C751DB}">
      <dgm:prSet/>
      <dgm:spPr/>
      <dgm:t>
        <a:bodyPr/>
        <a:lstStyle/>
        <a:p>
          <a:endParaRPr lang="en-US" sz="2000"/>
        </a:p>
      </dgm:t>
    </dgm:pt>
    <dgm:pt modelId="{DC85F31E-73D9-406E-8C52-F820BEA697BA}" type="sibTrans" cxnId="{9B099A9B-05D4-4467-AF1E-F6B8F8C751DB}">
      <dgm:prSet/>
      <dgm:spPr/>
      <dgm:t>
        <a:bodyPr/>
        <a:lstStyle/>
        <a:p>
          <a:endParaRPr lang="en-US" sz="2000"/>
        </a:p>
      </dgm:t>
    </dgm:pt>
    <dgm:pt modelId="{0C81B3DD-AE64-463E-81FF-C798F656E694}" type="pres">
      <dgm:prSet presAssocID="{2E9720E9-E8BC-465E-8AE4-D88D64378BDB}" presName="root" presStyleCnt="0">
        <dgm:presLayoutVars>
          <dgm:dir/>
          <dgm:resizeHandles val="exact"/>
        </dgm:presLayoutVars>
      </dgm:prSet>
      <dgm:spPr/>
    </dgm:pt>
    <dgm:pt modelId="{1595B69B-067A-4932-BF05-DD98E69014AD}" type="pres">
      <dgm:prSet presAssocID="{8C76EDB5-91FE-4B60-8018-B2FC5CF278D3}" presName="compNode" presStyleCnt="0"/>
      <dgm:spPr/>
    </dgm:pt>
    <dgm:pt modelId="{92838FCD-F4FC-4DB9-90D4-2F186B4D0F77}" type="pres">
      <dgm:prSet presAssocID="{8C76EDB5-91FE-4B60-8018-B2FC5CF278D3}" presName="iconBgRect" presStyleLbl="bgShp" presStyleIdx="0" presStyleCnt="3"/>
      <dgm:spPr/>
    </dgm:pt>
    <dgm:pt modelId="{B2E6AA3D-C9F1-4699-B394-7A3E01CBE059}" type="pres">
      <dgm:prSet presAssocID="{8C76EDB5-91FE-4B60-8018-B2FC5CF278D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98BBABBF-8B53-424E-8084-4B0034C64732}" type="pres">
      <dgm:prSet presAssocID="{8C76EDB5-91FE-4B60-8018-B2FC5CF278D3}" presName="spaceRect" presStyleCnt="0"/>
      <dgm:spPr/>
    </dgm:pt>
    <dgm:pt modelId="{D33CFB23-38FA-4425-8764-E7C10D809C20}" type="pres">
      <dgm:prSet presAssocID="{8C76EDB5-91FE-4B60-8018-B2FC5CF278D3}" presName="textRect" presStyleLbl="revTx" presStyleIdx="0" presStyleCnt="3">
        <dgm:presLayoutVars>
          <dgm:chMax val="1"/>
          <dgm:chPref val="1"/>
        </dgm:presLayoutVars>
      </dgm:prSet>
      <dgm:spPr/>
    </dgm:pt>
    <dgm:pt modelId="{8C8A54AD-6F92-4A8C-88D6-06DE11643A8E}" type="pres">
      <dgm:prSet presAssocID="{ECD53CF4-0DBA-4B69-BBCA-8A84FAC15D36}" presName="sibTrans" presStyleCnt="0"/>
      <dgm:spPr/>
    </dgm:pt>
    <dgm:pt modelId="{E8A914E3-880A-41BB-BA2D-32CB94B7BD16}" type="pres">
      <dgm:prSet presAssocID="{38C0E586-FD5F-47E5-AAD0-C0852764663A}" presName="compNode" presStyleCnt="0"/>
      <dgm:spPr/>
    </dgm:pt>
    <dgm:pt modelId="{A2DA2E91-A8D0-4AFC-BB99-7B089C6B32CB}" type="pres">
      <dgm:prSet presAssocID="{38C0E586-FD5F-47E5-AAD0-C0852764663A}" presName="iconBgRect" presStyleLbl="bgShp" presStyleIdx="1" presStyleCnt="3"/>
      <dgm:spPr/>
    </dgm:pt>
    <dgm:pt modelId="{45345A12-7211-4258-B642-FE921EAFEF9E}" type="pres">
      <dgm:prSet presAssocID="{38C0E586-FD5F-47E5-AAD0-C0852764663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B9A62CA5-2F42-4CF3-ABCB-382E94FD3DF6}" type="pres">
      <dgm:prSet presAssocID="{38C0E586-FD5F-47E5-AAD0-C0852764663A}" presName="spaceRect" presStyleCnt="0"/>
      <dgm:spPr/>
    </dgm:pt>
    <dgm:pt modelId="{F016E70A-9A69-4A31-B3EF-884294D75114}" type="pres">
      <dgm:prSet presAssocID="{38C0E586-FD5F-47E5-AAD0-C0852764663A}" presName="textRect" presStyleLbl="revTx" presStyleIdx="1" presStyleCnt="3">
        <dgm:presLayoutVars>
          <dgm:chMax val="1"/>
          <dgm:chPref val="1"/>
        </dgm:presLayoutVars>
      </dgm:prSet>
      <dgm:spPr/>
    </dgm:pt>
    <dgm:pt modelId="{C40EDCA4-1BCF-4D80-9A99-B1C7B29C060E}" type="pres">
      <dgm:prSet presAssocID="{D70B17D4-8265-44CD-ADFF-6DE1BA4EF097}" presName="sibTrans" presStyleCnt="0"/>
      <dgm:spPr/>
    </dgm:pt>
    <dgm:pt modelId="{4C07397F-421A-481D-BEC3-3791CFACE8A7}" type="pres">
      <dgm:prSet presAssocID="{3B8E6D31-EFAF-4DA9-9782-111A847F4964}" presName="compNode" presStyleCnt="0"/>
      <dgm:spPr/>
    </dgm:pt>
    <dgm:pt modelId="{EDBEBEE0-9D6A-4216-B687-C2EC4F5E904E}" type="pres">
      <dgm:prSet presAssocID="{3B8E6D31-EFAF-4DA9-9782-111A847F4964}" presName="iconBgRect" presStyleLbl="bgShp" presStyleIdx="2" presStyleCnt="3"/>
      <dgm:spPr/>
    </dgm:pt>
    <dgm:pt modelId="{449AA54D-690E-41A0-9DB0-379B3C92F3A0}" type="pres">
      <dgm:prSet presAssocID="{3B8E6D31-EFAF-4DA9-9782-111A847F496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5EA507C3-5214-400F-97C2-F37F05457DC9}" type="pres">
      <dgm:prSet presAssocID="{3B8E6D31-EFAF-4DA9-9782-111A847F4964}" presName="spaceRect" presStyleCnt="0"/>
      <dgm:spPr/>
    </dgm:pt>
    <dgm:pt modelId="{2FB53BB5-F1A3-4339-ADF6-33B2AB02F2D9}" type="pres">
      <dgm:prSet presAssocID="{3B8E6D31-EFAF-4DA9-9782-111A847F4964}" presName="textRect" presStyleLbl="revTx" presStyleIdx="2" presStyleCnt="3">
        <dgm:presLayoutVars>
          <dgm:chMax val="1"/>
          <dgm:chPref val="1"/>
        </dgm:presLayoutVars>
      </dgm:prSet>
      <dgm:spPr/>
    </dgm:pt>
  </dgm:ptLst>
  <dgm:cxnLst>
    <dgm:cxn modelId="{C2D8C714-C02A-4E70-9072-99EDC5BD710D}" type="presOf" srcId="{3B8E6D31-EFAF-4DA9-9782-111A847F4964}" destId="{2FB53BB5-F1A3-4339-ADF6-33B2AB02F2D9}" srcOrd="0" destOrd="0" presId="urn:microsoft.com/office/officeart/2018/5/layout/IconCircleLabelList"/>
    <dgm:cxn modelId="{B4441845-3748-4431-B411-801D2EDED243}" type="presOf" srcId="{2E9720E9-E8BC-465E-8AE4-D88D64378BDB}" destId="{0C81B3DD-AE64-463E-81FF-C798F656E694}" srcOrd="0" destOrd="0" presId="urn:microsoft.com/office/officeart/2018/5/layout/IconCircleLabelList"/>
    <dgm:cxn modelId="{BF741546-B813-4AD3-8A4E-FF99D5AC7542}" srcId="{2E9720E9-E8BC-465E-8AE4-D88D64378BDB}" destId="{8C76EDB5-91FE-4B60-8018-B2FC5CF278D3}" srcOrd="0" destOrd="0" parTransId="{F039E9EF-D0EA-4DED-9B1B-F0F372F4B9C8}" sibTransId="{ECD53CF4-0DBA-4B69-BBCA-8A84FAC15D36}"/>
    <dgm:cxn modelId="{AB47A46E-8DCB-49EC-825D-BEEA47B0854C}" type="presOf" srcId="{38C0E586-FD5F-47E5-AAD0-C0852764663A}" destId="{F016E70A-9A69-4A31-B3EF-884294D75114}" srcOrd="0" destOrd="0" presId="urn:microsoft.com/office/officeart/2018/5/layout/IconCircleLabelList"/>
    <dgm:cxn modelId="{9B099A9B-05D4-4467-AF1E-F6B8F8C751DB}" srcId="{2E9720E9-E8BC-465E-8AE4-D88D64378BDB}" destId="{3B8E6D31-EFAF-4DA9-9782-111A847F4964}" srcOrd="2" destOrd="0" parTransId="{973B9519-FFFC-4747-B68A-53379CEFEEB2}" sibTransId="{DC85F31E-73D9-406E-8C52-F820BEA697BA}"/>
    <dgm:cxn modelId="{3CF8389C-237E-4AB6-B73F-2B558495CD5B}" srcId="{2E9720E9-E8BC-465E-8AE4-D88D64378BDB}" destId="{38C0E586-FD5F-47E5-AAD0-C0852764663A}" srcOrd="1" destOrd="0" parTransId="{C340CED4-B410-49C5-897F-EB14E973EE2C}" sibTransId="{D70B17D4-8265-44CD-ADFF-6DE1BA4EF097}"/>
    <dgm:cxn modelId="{19DAF2EC-FADB-45EA-B6EE-E8BCFD2BC117}" type="presOf" srcId="{8C76EDB5-91FE-4B60-8018-B2FC5CF278D3}" destId="{D33CFB23-38FA-4425-8764-E7C10D809C20}" srcOrd="0" destOrd="0" presId="urn:microsoft.com/office/officeart/2018/5/layout/IconCircleLabelList"/>
    <dgm:cxn modelId="{E2F8C8B1-84D3-44A7-B651-874C5B2B2B90}" type="presParOf" srcId="{0C81B3DD-AE64-463E-81FF-C798F656E694}" destId="{1595B69B-067A-4932-BF05-DD98E69014AD}" srcOrd="0" destOrd="0" presId="urn:microsoft.com/office/officeart/2018/5/layout/IconCircleLabelList"/>
    <dgm:cxn modelId="{C8FE04A2-97C2-449B-A5AA-2EC413B88FC4}" type="presParOf" srcId="{1595B69B-067A-4932-BF05-DD98E69014AD}" destId="{92838FCD-F4FC-4DB9-90D4-2F186B4D0F77}" srcOrd="0" destOrd="0" presId="urn:microsoft.com/office/officeart/2018/5/layout/IconCircleLabelList"/>
    <dgm:cxn modelId="{375B6217-1D41-4F98-B83C-5DF35416EAE0}" type="presParOf" srcId="{1595B69B-067A-4932-BF05-DD98E69014AD}" destId="{B2E6AA3D-C9F1-4699-B394-7A3E01CBE059}" srcOrd="1" destOrd="0" presId="urn:microsoft.com/office/officeart/2018/5/layout/IconCircleLabelList"/>
    <dgm:cxn modelId="{964C1CC2-585B-40F8-A001-97C943068ABC}" type="presParOf" srcId="{1595B69B-067A-4932-BF05-DD98E69014AD}" destId="{98BBABBF-8B53-424E-8084-4B0034C64732}" srcOrd="2" destOrd="0" presId="urn:microsoft.com/office/officeart/2018/5/layout/IconCircleLabelList"/>
    <dgm:cxn modelId="{5AF9A9E4-7133-4D33-9743-D3C9A40C906B}" type="presParOf" srcId="{1595B69B-067A-4932-BF05-DD98E69014AD}" destId="{D33CFB23-38FA-4425-8764-E7C10D809C20}" srcOrd="3" destOrd="0" presId="urn:microsoft.com/office/officeart/2018/5/layout/IconCircleLabelList"/>
    <dgm:cxn modelId="{8E09C555-4617-4758-A262-D073B69937C8}" type="presParOf" srcId="{0C81B3DD-AE64-463E-81FF-C798F656E694}" destId="{8C8A54AD-6F92-4A8C-88D6-06DE11643A8E}" srcOrd="1" destOrd="0" presId="urn:microsoft.com/office/officeart/2018/5/layout/IconCircleLabelList"/>
    <dgm:cxn modelId="{0D5F3117-094A-41D3-AEAF-DEED32EAE621}" type="presParOf" srcId="{0C81B3DD-AE64-463E-81FF-C798F656E694}" destId="{E8A914E3-880A-41BB-BA2D-32CB94B7BD16}" srcOrd="2" destOrd="0" presId="urn:microsoft.com/office/officeart/2018/5/layout/IconCircleLabelList"/>
    <dgm:cxn modelId="{3F29100C-1A66-4686-9704-21A0A779F9AF}" type="presParOf" srcId="{E8A914E3-880A-41BB-BA2D-32CB94B7BD16}" destId="{A2DA2E91-A8D0-4AFC-BB99-7B089C6B32CB}" srcOrd="0" destOrd="0" presId="urn:microsoft.com/office/officeart/2018/5/layout/IconCircleLabelList"/>
    <dgm:cxn modelId="{7AAC2040-0F1F-4BC7-84E5-965C13E338A8}" type="presParOf" srcId="{E8A914E3-880A-41BB-BA2D-32CB94B7BD16}" destId="{45345A12-7211-4258-B642-FE921EAFEF9E}" srcOrd="1" destOrd="0" presId="urn:microsoft.com/office/officeart/2018/5/layout/IconCircleLabelList"/>
    <dgm:cxn modelId="{EC1153A5-261D-4BAB-B8A9-DD6B76017194}" type="presParOf" srcId="{E8A914E3-880A-41BB-BA2D-32CB94B7BD16}" destId="{B9A62CA5-2F42-4CF3-ABCB-382E94FD3DF6}" srcOrd="2" destOrd="0" presId="urn:microsoft.com/office/officeart/2018/5/layout/IconCircleLabelList"/>
    <dgm:cxn modelId="{207442E9-E9C7-4638-AAA2-39AA858E6BC2}" type="presParOf" srcId="{E8A914E3-880A-41BB-BA2D-32CB94B7BD16}" destId="{F016E70A-9A69-4A31-B3EF-884294D75114}" srcOrd="3" destOrd="0" presId="urn:microsoft.com/office/officeart/2018/5/layout/IconCircleLabelList"/>
    <dgm:cxn modelId="{4A5B8ECD-4173-48A8-9F91-B7E8364E8064}" type="presParOf" srcId="{0C81B3DD-AE64-463E-81FF-C798F656E694}" destId="{C40EDCA4-1BCF-4D80-9A99-B1C7B29C060E}" srcOrd="3" destOrd="0" presId="urn:microsoft.com/office/officeart/2018/5/layout/IconCircleLabelList"/>
    <dgm:cxn modelId="{1BE24DD5-323A-44C0-B1F1-96BA6054A539}" type="presParOf" srcId="{0C81B3DD-AE64-463E-81FF-C798F656E694}" destId="{4C07397F-421A-481D-BEC3-3791CFACE8A7}" srcOrd="4" destOrd="0" presId="urn:microsoft.com/office/officeart/2018/5/layout/IconCircleLabelList"/>
    <dgm:cxn modelId="{3AA6AF4A-5324-437A-997E-BDCD5B6207B2}" type="presParOf" srcId="{4C07397F-421A-481D-BEC3-3791CFACE8A7}" destId="{EDBEBEE0-9D6A-4216-B687-C2EC4F5E904E}" srcOrd="0" destOrd="0" presId="urn:microsoft.com/office/officeart/2018/5/layout/IconCircleLabelList"/>
    <dgm:cxn modelId="{CCD59133-C70B-4D98-B28C-4E7CE7E0E9B5}" type="presParOf" srcId="{4C07397F-421A-481D-BEC3-3791CFACE8A7}" destId="{449AA54D-690E-41A0-9DB0-379B3C92F3A0}" srcOrd="1" destOrd="0" presId="urn:microsoft.com/office/officeart/2018/5/layout/IconCircleLabelList"/>
    <dgm:cxn modelId="{1C657961-FE35-4DE7-990F-BF1437624013}" type="presParOf" srcId="{4C07397F-421A-481D-BEC3-3791CFACE8A7}" destId="{5EA507C3-5214-400F-97C2-F37F05457DC9}" srcOrd="2" destOrd="0" presId="urn:microsoft.com/office/officeart/2018/5/layout/IconCircleLabelList"/>
    <dgm:cxn modelId="{0DF3190E-4CDE-48A4-9222-C241C130FCF1}" type="presParOf" srcId="{4C07397F-421A-481D-BEC3-3791CFACE8A7}" destId="{2FB53BB5-F1A3-4339-ADF6-33B2AB02F2D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0C65A76-51D1-455D-9BEF-219CB44F3D89}"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7E8246D-E51C-48EB-820C-0A3528059F6A}">
      <dgm:prSet custT="1"/>
      <dgm:spPr/>
      <dgm:t>
        <a:bodyPr/>
        <a:lstStyle/>
        <a:p>
          <a:pPr>
            <a:defRPr b="1"/>
          </a:pPr>
          <a:r>
            <a:rPr lang="en-US" sz="2400" b="1" dirty="0">
              <a:latin typeface="Aptos" panose="020B0004020202020204" pitchFamily="34" charset="0"/>
              <a:cs typeface="Calibri" panose="020F0502020204030204" pitchFamily="34" charset="0"/>
            </a:rPr>
            <a:t>Data/Privacy</a:t>
          </a:r>
          <a:endParaRPr lang="en-US" sz="2400" dirty="0">
            <a:latin typeface="Aptos" panose="020B0004020202020204" pitchFamily="34" charset="0"/>
            <a:cs typeface="Calibri" panose="020F0502020204030204" pitchFamily="34" charset="0"/>
          </a:endParaRPr>
        </a:p>
      </dgm:t>
    </dgm:pt>
    <dgm:pt modelId="{EA347D11-33E4-4F17-926E-CF3C8AA6A8C4}" type="parTrans" cxnId="{89325C60-7811-4989-8B4F-12341B80FAC7}">
      <dgm:prSet/>
      <dgm:spPr/>
      <dgm:t>
        <a:bodyPr/>
        <a:lstStyle/>
        <a:p>
          <a:endParaRPr lang="en-US" sz="2400">
            <a:latin typeface="Aptos" panose="020B0004020202020204" pitchFamily="34" charset="0"/>
          </a:endParaRPr>
        </a:p>
      </dgm:t>
    </dgm:pt>
    <dgm:pt modelId="{6F6B51B7-22CF-45BF-9B36-F7A18920204F}" type="sibTrans" cxnId="{89325C60-7811-4989-8B4F-12341B80FAC7}">
      <dgm:prSet/>
      <dgm:spPr/>
      <dgm:t>
        <a:bodyPr/>
        <a:lstStyle/>
        <a:p>
          <a:endParaRPr lang="en-US" sz="2400">
            <a:latin typeface="Aptos" panose="020B0004020202020204" pitchFamily="34" charset="0"/>
          </a:endParaRPr>
        </a:p>
      </dgm:t>
    </dgm:pt>
    <dgm:pt modelId="{EDC2B7E7-724D-4BD1-AFA6-465ED952E8F8}">
      <dgm:prSet custT="1"/>
      <dgm:spPr/>
      <dgm:t>
        <a:bodyPr/>
        <a:lstStyle/>
        <a:p>
          <a:r>
            <a:rPr lang="en-US" sz="2400" dirty="0">
              <a:latin typeface="Aptos" panose="020B0004020202020204" pitchFamily="34" charset="0"/>
            </a:rPr>
            <a:t>How can we balance productivity with privacy? What policies need to be in place?</a:t>
          </a:r>
        </a:p>
      </dgm:t>
    </dgm:pt>
    <dgm:pt modelId="{A0ACDF44-C203-4735-ACEF-8A6A95B6FDE2}" type="parTrans" cxnId="{3C4DD189-F839-415C-BA07-FAAB5BBD2B28}">
      <dgm:prSet/>
      <dgm:spPr/>
      <dgm:t>
        <a:bodyPr/>
        <a:lstStyle/>
        <a:p>
          <a:endParaRPr lang="en-US" sz="2400">
            <a:latin typeface="Aptos" panose="020B0004020202020204" pitchFamily="34" charset="0"/>
          </a:endParaRPr>
        </a:p>
      </dgm:t>
    </dgm:pt>
    <dgm:pt modelId="{22FE9BE1-5F66-4F75-BB3A-B657BDA8F3B1}" type="sibTrans" cxnId="{3C4DD189-F839-415C-BA07-FAAB5BBD2B28}">
      <dgm:prSet/>
      <dgm:spPr/>
      <dgm:t>
        <a:bodyPr/>
        <a:lstStyle/>
        <a:p>
          <a:endParaRPr lang="en-US" sz="2400">
            <a:latin typeface="Aptos" panose="020B0004020202020204" pitchFamily="34" charset="0"/>
          </a:endParaRPr>
        </a:p>
      </dgm:t>
    </dgm:pt>
    <dgm:pt modelId="{C382407F-AA98-4D9A-9082-AE62DBE7F9A7}">
      <dgm:prSet custT="1"/>
      <dgm:spPr/>
      <dgm:t>
        <a:bodyPr/>
        <a:lstStyle/>
        <a:p>
          <a:r>
            <a:rPr lang="en-US" sz="2400" dirty="0">
              <a:latin typeface="Aptos" panose="020B0004020202020204" pitchFamily="34" charset="0"/>
            </a:rPr>
            <a:t>Who is accountable when an AI tool fails or makes a mistake?</a:t>
          </a:r>
        </a:p>
        <a:p>
          <a:r>
            <a:rPr lang="en-US" sz="2400" dirty="0">
              <a:latin typeface="Aptos" panose="020B0004020202020204" pitchFamily="34" charset="0"/>
            </a:rPr>
            <a:t>What data of ours will we share with customers? With AI? With the world?</a:t>
          </a:r>
        </a:p>
      </dgm:t>
    </dgm:pt>
    <dgm:pt modelId="{771120F6-79C8-45FC-9AB3-68C5B846AF7A}" type="parTrans" cxnId="{F851D251-DF87-4B8D-AA0F-E1C69208A208}">
      <dgm:prSet/>
      <dgm:spPr/>
      <dgm:t>
        <a:bodyPr/>
        <a:lstStyle/>
        <a:p>
          <a:endParaRPr lang="en-US" sz="2400">
            <a:latin typeface="Aptos" panose="020B0004020202020204" pitchFamily="34" charset="0"/>
          </a:endParaRPr>
        </a:p>
      </dgm:t>
    </dgm:pt>
    <dgm:pt modelId="{F57134AE-EFE1-43B2-9938-709DBAA57245}" type="sibTrans" cxnId="{F851D251-DF87-4B8D-AA0F-E1C69208A208}">
      <dgm:prSet/>
      <dgm:spPr/>
      <dgm:t>
        <a:bodyPr/>
        <a:lstStyle/>
        <a:p>
          <a:endParaRPr lang="en-US" sz="2400">
            <a:latin typeface="Aptos" panose="020B0004020202020204" pitchFamily="34" charset="0"/>
          </a:endParaRPr>
        </a:p>
      </dgm:t>
    </dgm:pt>
    <dgm:pt modelId="{7A0B727C-8170-464E-8B70-1580FFAF02E0}">
      <dgm:prSet custT="1"/>
      <dgm:spPr/>
      <dgm:t>
        <a:bodyPr/>
        <a:lstStyle/>
        <a:p>
          <a:pPr>
            <a:defRPr b="1"/>
          </a:pPr>
          <a:r>
            <a:rPr lang="en-US" sz="2400" b="1" dirty="0">
              <a:latin typeface="Aptos" panose="020B0004020202020204" pitchFamily="34" charset="0"/>
              <a:cs typeface="Calibri" panose="020F0502020204030204" pitchFamily="34" charset="0"/>
            </a:rPr>
            <a:t>AI Tools</a:t>
          </a:r>
          <a:endParaRPr lang="en-US" sz="2400" dirty="0">
            <a:latin typeface="Aptos" panose="020B0004020202020204" pitchFamily="34" charset="0"/>
            <a:cs typeface="Calibri" panose="020F0502020204030204" pitchFamily="34" charset="0"/>
          </a:endParaRPr>
        </a:p>
      </dgm:t>
    </dgm:pt>
    <dgm:pt modelId="{B5476E29-388E-4A0D-BF9A-43CD8A3870C0}" type="parTrans" cxnId="{C45DC2F5-6B6C-4CBA-8E87-174311C24448}">
      <dgm:prSet/>
      <dgm:spPr/>
      <dgm:t>
        <a:bodyPr/>
        <a:lstStyle/>
        <a:p>
          <a:endParaRPr lang="en-US" sz="2400">
            <a:latin typeface="Aptos" panose="020B0004020202020204" pitchFamily="34" charset="0"/>
          </a:endParaRPr>
        </a:p>
      </dgm:t>
    </dgm:pt>
    <dgm:pt modelId="{C46D2508-D419-4CC3-B931-75ABC6687B25}" type="sibTrans" cxnId="{C45DC2F5-6B6C-4CBA-8E87-174311C24448}">
      <dgm:prSet/>
      <dgm:spPr/>
      <dgm:t>
        <a:bodyPr/>
        <a:lstStyle/>
        <a:p>
          <a:endParaRPr lang="en-US" sz="2400">
            <a:latin typeface="Aptos" panose="020B0004020202020204" pitchFamily="34" charset="0"/>
          </a:endParaRPr>
        </a:p>
      </dgm:t>
    </dgm:pt>
    <dgm:pt modelId="{830597EF-AD35-4D0B-838F-F85C894B008F}">
      <dgm:prSet custT="1"/>
      <dgm:spPr/>
      <dgm:t>
        <a:bodyPr/>
        <a:lstStyle/>
        <a:p>
          <a:r>
            <a:rPr lang="en-US" sz="2400" dirty="0">
              <a:latin typeface="Aptos" panose="020B0004020202020204" pitchFamily="34" charset="0"/>
            </a:rPr>
            <a:t>How is the tool designed to fit a specific need?</a:t>
          </a:r>
        </a:p>
      </dgm:t>
    </dgm:pt>
    <dgm:pt modelId="{3B51F26A-8018-4BEC-9E74-DA65B14186D5}" type="parTrans" cxnId="{6E51E8E4-01C8-4629-91AC-FDF6B2D3FA5D}">
      <dgm:prSet/>
      <dgm:spPr/>
      <dgm:t>
        <a:bodyPr/>
        <a:lstStyle/>
        <a:p>
          <a:endParaRPr lang="en-US" sz="2400">
            <a:latin typeface="Aptos" panose="020B0004020202020204" pitchFamily="34" charset="0"/>
          </a:endParaRPr>
        </a:p>
      </dgm:t>
    </dgm:pt>
    <dgm:pt modelId="{56D58916-EB30-40B6-9AC9-05CAD122DE65}" type="sibTrans" cxnId="{6E51E8E4-01C8-4629-91AC-FDF6B2D3FA5D}">
      <dgm:prSet/>
      <dgm:spPr/>
      <dgm:t>
        <a:bodyPr/>
        <a:lstStyle/>
        <a:p>
          <a:endParaRPr lang="en-US" sz="2400">
            <a:latin typeface="Aptos" panose="020B0004020202020204" pitchFamily="34" charset="0"/>
          </a:endParaRPr>
        </a:p>
      </dgm:t>
    </dgm:pt>
    <dgm:pt modelId="{D331938F-B21D-43A8-8093-C2A4BF5B9272}">
      <dgm:prSet custT="1"/>
      <dgm:spPr/>
      <dgm:t>
        <a:bodyPr/>
        <a:lstStyle/>
        <a:p>
          <a:r>
            <a:rPr lang="en-US" sz="2400" dirty="0">
              <a:latin typeface="Aptos" panose="020B0004020202020204" pitchFamily="34" charset="0"/>
            </a:rPr>
            <a:t>What is the next AI application that's going to make waves, after generative AI? Where does that fit into our organization?</a:t>
          </a:r>
        </a:p>
      </dgm:t>
    </dgm:pt>
    <dgm:pt modelId="{CAF8D119-8210-4135-B889-D5BE48DE1FFA}" type="parTrans" cxnId="{205FD907-BB8E-4670-9407-CDE74781EF7B}">
      <dgm:prSet/>
      <dgm:spPr/>
      <dgm:t>
        <a:bodyPr/>
        <a:lstStyle/>
        <a:p>
          <a:endParaRPr lang="en-US" sz="2400">
            <a:latin typeface="Aptos" panose="020B0004020202020204" pitchFamily="34" charset="0"/>
          </a:endParaRPr>
        </a:p>
      </dgm:t>
    </dgm:pt>
    <dgm:pt modelId="{3A50B88A-DAA5-499C-8A0C-AF0151A772B0}" type="sibTrans" cxnId="{205FD907-BB8E-4670-9407-CDE74781EF7B}">
      <dgm:prSet/>
      <dgm:spPr/>
      <dgm:t>
        <a:bodyPr/>
        <a:lstStyle/>
        <a:p>
          <a:endParaRPr lang="en-US" sz="2400">
            <a:latin typeface="Aptos" panose="020B0004020202020204" pitchFamily="34" charset="0"/>
          </a:endParaRPr>
        </a:p>
      </dgm:t>
    </dgm:pt>
    <dgm:pt modelId="{5C594E8A-019F-4B13-8F98-6D5E1E08C581}" type="pres">
      <dgm:prSet presAssocID="{80C65A76-51D1-455D-9BEF-219CB44F3D89}" presName="root" presStyleCnt="0">
        <dgm:presLayoutVars>
          <dgm:dir/>
          <dgm:resizeHandles val="exact"/>
        </dgm:presLayoutVars>
      </dgm:prSet>
      <dgm:spPr/>
    </dgm:pt>
    <dgm:pt modelId="{B85BC7A0-BCD8-4B9D-8C55-80021265E254}" type="pres">
      <dgm:prSet presAssocID="{27E8246D-E51C-48EB-820C-0A3528059F6A}" presName="compNode" presStyleCnt="0"/>
      <dgm:spPr/>
    </dgm:pt>
    <dgm:pt modelId="{15BD5DAD-5637-4F22-8071-5A412748DAA6}" type="pres">
      <dgm:prSet presAssocID="{27E8246D-E51C-48EB-820C-0A3528059F6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04CD9D2D-D9B5-4A94-B836-CE24984A6B25}" type="pres">
      <dgm:prSet presAssocID="{27E8246D-E51C-48EB-820C-0A3528059F6A}" presName="iconSpace" presStyleCnt="0"/>
      <dgm:spPr/>
    </dgm:pt>
    <dgm:pt modelId="{5AF7297D-77C7-4180-ACBB-87A18449D9A4}" type="pres">
      <dgm:prSet presAssocID="{27E8246D-E51C-48EB-820C-0A3528059F6A}" presName="parTx" presStyleLbl="revTx" presStyleIdx="0" presStyleCnt="4">
        <dgm:presLayoutVars>
          <dgm:chMax val="0"/>
          <dgm:chPref val="0"/>
        </dgm:presLayoutVars>
      </dgm:prSet>
      <dgm:spPr/>
    </dgm:pt>
    <dgm:pt modelId="{E7E60952-EDF3-49A0-B1F2-F3CD89A98BB7}" type="pres">
      <dgm:prSet presAssocID="{27E8246D-E51C-48EB-820C-0A3528059F6A}" presName="txSpace" presStyleCnt="0"/>
      <dgm:spPr/>
    </dgm:pt>
    <dgm:pt modelId="{C5EBA202-B2AF-4DF2-9348-3054E4074F27}" type="pres">
      <dgm:prSet presAssocID="{27E8246D-E51C-48EB-820C-0A3528059F6A}" presName="desTx" presStyleLbl="revTx" presStyleIdx="1" presStyleCnt="4">
        <dgm:presLayoutVars/>
      </dgm:prSet>
      <dgm:spPr/>
    </dgm:pt>
    <dgm:pt modelId="{BA2462A4-E4DD-46DB-A4A6-8C0020B954A2}" type="pres">
      <dgm:prSet presAssocID="{6F6B51B7-22CF-45BF-9B36-F7A18920204F}" presName="sibTrans" presStyleCnt="0"/>
      <dgm:spPr/>
    </dgm:pt>
    <dgm:pt modelId="{5BA26FE9-FB72-4AE1-B09E-22C793E4A462}" type="pres">
      <dgm:prSet presAssocID="{7A0B727C-8170-464E-8B70-1580FFAF02E0}" presName="compNode" presStyleCnt="0"/>
      <dgm:spPr/>
    </dgm:pt>
    <dgm:pt modelId="{9D395B59-C786-4E29-8787-8048D9D0D729}" type="pres">
      <dgm:prSet presAssocID="{7A0B727C-8170-464E-8B70-1580FFAF02E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B2E4F7A4-D067-4F5F-B011-D22B374330C8}" type="pres">
      <dgm:prSet presAssocID="{7A0B727C-8170-464E-8B70-1580FFAF02E0}" presName="iconSpace" presStyleCnt="0"/>
      <dgm:spPr/>
    </dgm:pt>
    <dgm:pt modelId="{BC939445-38C6-43F5-B6B2-CB6A978EB438}" type="pres">
      <dgm:prSet presAssocID="{7A0B727C-8170-464E-8B70-1580FFAF02E0}" presName="parTx" presStyleLbl="revTx" presStyleIdx="2" presStyleCnt="4">
        <dgm:presLayoutVars>
          <dgm:chMax val="0"/>
          <dgm:chPref val="0"/>
        </dgm:presLayoutVars>
      </dgm:prSet>
      <dgm:spPr/>
    </dgm:pt>
    <dgm:pt modelId="{320CC8D4-905D-4022-9BB0-4788AA49705F}" type="pres">
      <dgm:prSet presAssocID="{7A0B727C-8170-464E-8B70-1580FFAF02E0}" presName="txSpace" presStyleCnt="0"/>
      <dgm:spPr/>
    </dgm:pt>
    <dgm:pt modelId="{5E15DB22-8A11-4002-928D-0B06DE152C44}" type="pres">
      <dgm:prSet presAssocID="{7A0B727C-8170-464E-8B70-1580FFAF02E0}" presName="desTx" presStyleLbl="revTx" presStyleIdx="3" presStyleCnt="4">
        <dgm:presLayoutVars/>
      </dgm:prSet>
      <dgm:spPr/>
    </dgm:pt>
  </dgm:ptLst>
  <dgm:cxnLst>
    <dgm:cxn modelId="{205FD907-BB8E-4670-9407-CDE74781EF7B}" srcId="{7A0B727C-8170-464E-8B70-1580FFAF02E0}" destId="{D331938F-B21D-43A8-8093-C2A4BF5B9272}" srcOrd="1" destOrd="0" parTransId="{CAF8D119-8210-4135-B889-D5BE48DE1FFA}" sibTransId="{3A50B88A-DAA5-499C-8A0C-AF0151A772B0}"/>
    <dgm:cxn modelId="{1D644E0E-C212-4F22-BFFA-C665257E81FD}" type="presOf" srcId="{80C65A76-51D1-455D-9BEF-219CB44F3D89}" destId="{5C594E8A-019F-4B13-8F98-6D5E1E08C581}" srcOrd="0" destOrd="0" presId="urn:microsoft.com/office/officeart/2018/2/layout/IconLabelDescriptionList"/>
    <dgm:cxn modelId="{1ED73F5C-14D9-40F4-B973-A9F2CDBAFB72}" type="presOf" srcId="{EDC2B7E7-724D-4BD1-AFA6-465ED952E8F8}" destId="{C5EBA202-B2AF-4DF2-9348-3054E4074F27}" srcOrd="0" destOrd="0" presId="urn:microsoft.com/office/officeart/2018/2/layout/IconLabelDescriptionList"/>
    <dgm:cxn modelId="{89325C60-7811-4989-8B4F-12341B80FAC7}" srcId="{80C65A76-51D1-455D-9BEF-219CB44F3D89}" destId="{27E8246D-E51C-48EB-820C-0A3528059F6A}" srcOrd="0" destOrd="0" parTransId="{EA347D11-33E4-4F17-926E-CF3C8AA6A8C4}" sibTransId="{6F6B51B7-22CF-45BF-9B36-F7A18920204F}"/>
    <dgm:cxn modelId="{B1212050-00D2-4702-B866-BE590151B5A9}" type="presOf" srcId="{D331938F-B21D-43A8-8093-C2A4BF5B9272}" destId="{5E15DB22-8A11-4002-928D-0B06DE152C44}" srcOrd="0" destOrd="1" presId="urn:microsoft.com/office/officeart/2018/2/layout/IconLabelDescriptionList"/>
    <dgm:cxn modelId="{F851D251-DF87-4B8D-AA0F-E1C69208A208}" srcId="{27E8246D-E51C-48EB-820C-0A3528059F6A}" destId="{C382407F-AA98-4D9A-9082-AE62DBE7F9A7}" srcOrd="1" destOrd="0" parTransId="{771120F6-79C8-45FC-9AB3-68C5B846AF7A}" sibTransId="{F57134AE-EFE1-43B2-9938-709DBAA57245}"/>
    <dgm:cxn modelId="{C4039257-6DE3-42D1-9A5C-A51207B15242}" type="presOf" srcId="{7A0B727C-8170-464E-8B70-1580FFAF02E0}" destId="{BC939445-38C6-43F5-B6B2-CB6A978EB438}" srcOrd="0" destOrd="0" presId="urn:microsoft.com/office/officeart/2018/2/layout/IconLabelDescriptionList"/>
    <dgm:cxn modelId="{3C4DD189-F839-415C-BA07-FAAB5BBD2B28}" srcId="{27E8246D-E51C-48EB-820C-0A3528059F6A}" destId="{EDC2B7E7-724D-4BD1-AFA6-465ED952E8F8}" srcOrd="0" destOrd="0" parTransId="{A0ACDF44-C203-4735-ACEF-8A6A95B6FDE2}" sibTransId="{22FE9BE1-5F66-4F75-BB3A-B657BDA8F3B1}"/>
    <dgm:cxn modelId="{3C655EA8-83D1-4E81-8170-795BA941B624}" type="presOf" srcId="{27E8246D-E51C-48EB-820C-0A3528059F6A}" destId="{5AF7297D-77C7-4180-ACBB-87A18449D9A4}" srcOrd="0" destOrd="0" presId="urn:microsoft.com/office/officeart/2018/2/layout/IconLabelDescriptionList"/>
    <dgm:cxn modelId="{59BDA1B8-9ACF-47D0-92F4-1938D7E91AE7}" type="presOf" srcId="{C382407F-AA98-4D9A-9082-AE62DBE7F9A7}" destId="{C5EBA202-B2AF-4DF2-9348-3054E4074F27}" srcOrd="0" destOrd="1" presId="urn:microsoft.com/office/officeart/2018/2/layout/IconLabelDescriptionList"/>
    <dgm:cxn modelId="{6E51E8E4-01C8-4629-91AC-FDF6B2D3FA5D}" srcId="{7A0B727C-8170-464E-8B70-1580FFAF02E0}" destId="{830597EF-AD35-4D0B-838F-F85C894B008F}" srcOrd="0" destOrd="0" parTransId="{3B51F26A-8018-4BEC-9E74-DA65B14186D5}" sibTransId="{56D58916-EB30-40B6-9AC9-05CAD122DE65}"/>
    <dgm:cxn modelId="{BB3C5EE8-58CA-4717-A4E5-4E0CEFD99672}" type="presOf" srcId="{830597EF-AD35-4D0B-838F-F85C894B008F}" destId="{5E15DB22-8A11-4002-928D-0B06DE152C44}" srcOrd="0" destOrd="0" presId="urn:microsoft.com/office/officeart/2018/2/layout/IconLabelDescriptionList"/>
    <dgm:cxn modelId="{C45DC2F5-6B6C-4CBA-8E87-174311C24448}" srcId="{80C65A76-51D1-455D-9BEF-219CB44F3D89}" destId="{7A0B727C-8170-464E-8B70-1580FFAF02E0}" srcOrd="1" destOrd="0" parTransId="{B5476E29-388E-4A0D-BF9A-43CD8A3870C0}" sibTransId="{C46D2508-D419-4CC3-B931-75ABC6687B25}"/>
    <dgm:cxn modelId="{FC1E0A56-F4D7-4A84-ADDF-C00F4194E57D}" type="presParOf" srcId="{5C594E8A-019F-4B13-8F98-6D5E1E08C581}" destId="{B85BC7A0-BCD8-4B9D-8C55-80021265E254}" srcOrd="0" destOrd="0" presId="urn:microsoft.com/office/officeart/2018/2/layout/IconLabelDescriptionList"/>
    <dgm:cxn modelId="{0F8E77EB-6845-445E-BD71-9FA5A8838820}" type="presParOf" srcId="{B85BC7A0-BCD8-4B9D-8C55-80021265E254}" destId="{15BD5DAD-5637-4F22-8071-5A412748DAA6}" srcOrd="0" destOrd="0" presId="urn:microsoft.com/office/officeart/2018/2/layout/IconLabelDescriptionList"/>
    <dgm:cxn modelId="{1B73B6FA-76C7-4BCA-8C2B-E0E19CF1A263}" type="presParOf" srcId="{B85BC7A0-BCD8-4B9D-8C55-80021265E254}" destId="{04CD9D2D-D9B5-4A94-B836-CE24984A6B25}" srcOrd="1" destOrd="0" presId="urn:microsoft.com/office/officeart/2018/2/layout/IconLabelDescriptionList"/>
    <dgm:cxn modelId="{BEC4098B-0388-494C-9EDD-87FCC6CB205B}" type="presParOf" srcId="{B85BC7A0-BCD8-4B9D-8C55-80021265E254}" destId="{5AF7297D-77C7-4180-ACBB-87A18449D9A4}" srcOrd="2" destOrd="0" presId="urn:microsoft.com/office/officeart/2018/2/layout/IconLabelDescriptionList"/>
    <dgm:cxn modelId="{53D485C8-F0EA-42CC-B0E2-31BD9E1802F0}" type="presParOf" srcId="{B85BC7A0-BCD8-4B9D-8C55-80021265E254}" destId="{E7E60952-EDF3-49A0-B1F2-F3CD89A98BB7}" srcOrd="3" destOrd="0" presId="urn:microsoft.com/office/officeart/2018/2/layout/IconLabelDescriptionList"/>
    <dgm:cxn modelId="{EF583506-FF6B-4C5E-BECA-08D74A1E6FAA}" type="presParOf" srcId="{B85BC7A0-BCD8-4B9D-8C55-80021265E254}" destId="{C5EBA202-B2AF-4DF2-9348-3054E4074F27}" srcOrd="4" destOrd="0" presId="urn:microsoft.com/office/officeart/2018/2/layout/IconLabelDescriptionList"/>
    <dgm:cxn modelId="{1B6FCE03-66AA-4F22-8A7E-3C35FAFE1737}" type="presParOf" srcId="{5C594E8A-019F-4B13-8F98-6D5E1E08C581}" destId="{BA2462A4-E4DD-46DB-A4A6-8C0020B954A2}" srcOrd="1" destOrd="0" presId="urn:microsoft.com/office/officeart/2018/2/layout/IconLabelDescriptionList"/>
    <dgm:cxn modelId="{80D8AB00-93DA-4A4A-A818-9B89F38984D3}" type="presParOf" srcId="{5C594E8A-019F-4B13-8F98-6D5E1E08C581}" destId="{5BA26FE9-FB72-4AE1-B09E-22C793E4A462}" srcOrd="2" destOrd="0" presId="urn:microsoft.com/office/officeart/2018/2/layout/IconLabelDescriptionList"/>
    <dgm:cxn modelId="{607372CE-64FC-4EBB-8E0C-08E3FBE2CE8E}" type="presParOf" srcId="{5BA26FE9-FB72-4AE1-B09E-22C793E4A462}" destId="{9D395B59-C786-4E29-8787-8048D9D0D729}" srcOrd="0" destOrd="0" presId="urn:microsoft.com/office/officeart/2018/2/layout/IconLabelDescriptionList"/>
    <dgm:cxn modelId="{8B0E8644-EC43-4A12-926A-A37A5F745543}" type="presParOf" srcId="{5BA26FE9-FB72-4AE1-B09E-22C793E4A462}" destId="{B2E4F7A4-D067-4F5F-B011-D22B374330C8}" srcOrd="1" destOrd="0" presId="urn:microsoft.com/office/officeart/2018/2/layout/IconLabelDescriptionList"/>
    <dgm:cxn modelId="{A97ED173-B5C6-4A11-A12F-280C971068A9}" type="presParOf" srcId="{5BA26FE9-FB72-4AE1-B09E-22C793E4A462}" destId="{BC939445-38C6-43F5-B6B2-CB6A978EB438}" srcOrd="2" destOrd="0" presId="urn:microsoft.com/office/officeart/2018/2/layout/IconLabelDescriptionList"/>
    <dgm:cxn modelId="{E2414265-1D2F-47F2-B7A0-8B18137F9430}" type="presParOf" srcId="{5BA26FE9-FB72-4AE1-B09E-22C793E4A462}" destId="{320CC8D4-905D-4022-9BB0-4788AA49705F}" srcOrd="3" destOrd="0" presId="urn:microsoft.com/office/officeart/2018/2/layout/IconLabelDescriptionList"/>
    <dgm:cxn modelId="{0CE94737-0BD8-4040-B9BA-8DE9F28E90B1}" type="presParOf" srcId="{5BA26FE9-FB72-4AE1-B09E-22C793E4A462}" destId="{5E15DB22-8A11-4002-928D-0B06DE152C4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42D0CF9-6AB3-42B9-869B-9EFE22AE4FCC}" type="doc">
      <dgm:prSet loTypeId="urn:microsoft.com/office/officeart/2005/8/layout/matrix3" loCatId="matrix" qsTypeId="urn:microsoft.com/office/officeart/2005/8/quickstyle/simple4" qsCatId="simple" csTypeId="urn:microsoft.com/office/officeart/2005/8/colors/colorful5" csCatId="colorful"/>
      <dgm:spPr/>
      <dgm:t>
        <a:bodyPr/>
        <a:lstStyle/>
        <a:p>
          <a:endParaRPr lang="en-US"/>
        </a:p>
      </dgm:t>
    </dgm:pt>
    <dgm:pt modelId="{A3820806-4BEA-4F7E-BE23-9C0110AF088A}">
      <dgm:prSet custT="1"/>
      <dgm:spPr/>
      <dgm:t>
        <a:bodyPr/>
        <a:lstStyle/>
        <a:p>
          <a:r>
            <a:rPr lang="en-US" sz="1600" dirty="0"/>
            <a:t>Should there be disclosures for AI-created content? What will the human impact be of not knowing whether a human or AI created content? </a:t>
          </a:r>
        </a:p>
      </dgm:t>
    </dgm:pt>
    <dgm:pt modelId="{EB50F718-9D68-4127-952A-8376D6ACF0C1}" type="parTrans" cxnId="{9E4BB380-0980-40CD-94E5-7AF2AB5AB2CD}">
      <dgm:prSet/>
      <dgm:spPr/>
      <dgm:t>
        <a:bodyPr/>
        <a:lstStyle/>
        <a:p>
          <a:endParaRPr lang="en-US"/>
        </a:p>
      </dgm:t>
    </dgm:pt>
    <dgm:pt modelId="{2C4E24BB-2210-442A-B73B-C096A4D72B33}" type="sibTrans" cxnId="{9E4BB380-0980-40CD-94E5-7AF2AB5AB2CD}">
      <dgm:prSet/>
      <dgm:spPr/>
      <dgm:t>
        <a:bodyPr/>
        <a:lstStyle/>
        <a:p>
          <a:endParaRPr lang="en-US"/>
        </a:p>
      </dgm:t>
    </dgm:pt>
    <dgm:pt modelId="{B668D86B-4E43-414E-A1E9-97E086C84E44}">
      <dgm:prSet custT="1"/>
      <dgm:spPr/>
      <dgm:t>
        <a:bodyPr/>
        <a:lstStyle/>
        <a:p>
          <a:r>
            <a:rPr lang="en-US" sz="1500" dirty="0"/>
            <a:t>Misinformation will become more strategic, infinitely easier to produce, and more credible at first glance, especially when combined with deep fakes. What can/should we do?</a:t>
          </a:r>
        </a:p>
      </dgm:t>
    </dgm:pt>
    <dgm:pt modelId="{1B4E93C5-11B2-46B4-8FBC-2F51966788D8}" type="parTrans" cxnId="{4B50D837-838B-4BC5-BC43-704A71DB8C77}">
      <dgm:prSet/>
      <dgm:spPr/>
      <dgm:t>
        <a:bodyPr/>
        <a:lstStyle/>
        <a:p>
          <a:endParaRPr lang="en-US"/>
        </a:p>
      </dgm:t>
    </dgm:pt>
    <dgm:pt modelId="{AC765DF7-47EA-4DF6-B4EC-6F048673E5C4}" type="sibTrans" cxnId="{4B50D837-838B-4BC5-BC43-704A71DB8C77}">
      <dgm:prSet/>
      <dgm:spPr/>
      <dgm:t>
        <a:bodyPr/>
        <a:lstStyle/>
        <a:p>
          <a:endParaRPr lang="en-US"/>
        </a:p>
      </dgm:t>
    </dgm:pt>
    <dgm:pt modelId="{0075551A-5965-467E-BC11-6368D7F4A863}">
      <dgm:prSet custT="1"/>
      <dgm:spPr/>
      <dgm:t>
        <a:bodyPr/>
        <a:lstStyle/>
        <a:p>
          <a:r>
            <a:rPr lang="en-US" sz="2000" dirty="0"/>
            <a:t>When should organizations develop their own AI instances, fed with controlled datasets? </a:t>
          </a:r>
        </a:p>
      </dgm:t>
    </dgm:pt>
    <dgm:pt modelId="{B30D582E-DF79-4587-B0DF-1ACA2B874868}" type="parTrans" cxnId="{47906576-EBB4-4479-A0A3-603D2BE7A26B}">
      <dgm:prSet/>
      <dgm:spPr/>
      <dgm:t>
        <a:bodyPr/>
        <a:lstStyle/>
        <a:p>
          <a:endParaRPr lang="en-US"/>
        </a:p>
      </dgm:t>
    </dgm:pt>
    <dgm:pt modelId="{2974BAE0-067F-48DF-B603-A0890920EF99}" type="sibTrans" cxnId="{47906576-EBB4-4479-A0A3-603D2BE7A26B}">
      <dgm:prSet/>
      <dgm:spPr/>
      <dgm:t>
        <a:bodyPr/>
        <a:lstStyle/>
        <a:p>
          <a:endParaRPr lang="en-US"/>
        </a:p>
      </dgm:t>
    </dgm:pt>
    <dgm:pt modelId="{DFFDCBE1-8084-4AC9-B987-8C4E9F451BF5}">
      <dgm:prSet custT="1"/>
      <dgm:spPr/>
      <dgm:t>
        <a:bodyPr/>
        <a:lstStyle/>
        <a:p>
          <a:r>
            <a:rPr lang="en-US" sz="1600" dirty="0"/>
            <a:t>AI now has what we'd call "general intelligence," the ability to "understand" across multiple fields and integrate them. What happens when AI develops what we call wisdom? </a:t>
          </a:r>
        </a:p>
      </dgm:t>
    </dgm:pt>
    <dgm:pt modelId="{2BA81CE6-8D31-4AD6-AED4-3BD25CDD33A2}" type="parTrans" cxnId="{8A990E19-1B89-4539-A031-7CD1520FB22F}">
      <dgm:prSet/>
      <dgm:spPr/>
      <dgm:t>
        <a:bodyPr/>
        <a:lstStyle/>
        <a:p>
          <a:endParaRPr lang="en-US"/>
        </a:p>
      </dgm:t>
    </dgm:pt>
    <dgm:pt modelId="{EB78D58D-103A-42A8-ABC8-DD14E0AE5E88}" type="sibTrans" cxnId="{8A990E19-1B89-4539-A031-7CD1520FB22F}">
      <dgm:prSet/>
      <dgm:spPr/>
      <dgm:t>
        <a:bodyPr/>
        <a:lstStyle/>
        <a:p>
          <a:endParaRPr lang="en-US"/>
        </a:p>
      </dgm:t>
    </dgm:pt>
    <dgm:pt modelId="{6BFC9DB5-9425-4BB4-9C5D-6F379F3B13F8}" type="pres">
      <dgm:prSet presAssocID="{042D0CF9-6AB3-42B9-869B-9EFE22AE4FCC}" presName="matrix" presStyleCnt="0">
        <dgm:presLayoutVars>
          <dgm:chMax val="1"/>
          <dgm:dir/>
          <dgm:resizeHandles val="exact"/>
        </dgm:presLayoutVars>
      </dgm:prSet>
      <dgm:spPr/>
    </dgm:pt>
    <dgm:pt modelId="{5C914148-617B-45A1-806C-85AD217DD69F}" type="pres">
      <dgm:prSet presAssocID="{042D0CF9-6AB3-42B9-869B-9EFE22AE4FCC}" presName="diamond" presStyleLbl="bgShp" presStyleIdx="0" presStyleCnt="1"/>
      <dgm:spPr/>
    </dgm:pt>
    <dgm:pt modelId="{AF4929DA-FA55-4F5F-8E03-7EED7DFC59EC}" type="pres">
      <dgm:prSet presAssocID="{042D0CF9-6AB3-42B9-869B-9EFE22AE4FCC}" presName="quad1" presStyleLbl="node1" presStyleIdx="0" presStyleCnt="4">
        <dgm:presLayoutVars>
          <dgm:chMax val="0"/>
          <dgm:chPref val="0"/>
          <dgm:bulletEnabled val="1"/>
        </dgm:presLayoutVars>
      </dgm:prSet>
      <dgm:spPr/>
    </dgm:pt>
    <dgm:pt modelId="{9BF946A6-9DA0-4DD4-AC89-877D97E77A59}" type="pres">
      <dgm:prSet presAssocID="{042D0CF9-6AB3-42B9-869B-9EFE22AE4FCC}" presName="quad2" presStyleLbl="node1" presStyleIdx="1" presStyleCnt="4">
        <dgm:presLayoutVars>
          <dgm:chMax val="0"/>
          <dgm:chPref val="0"/>
          <dgm:bulletEnabled val="1"/>
        </dgm:presLayoutVars>
      </dgm:prSet>
      <dgm:spPr/>
    </dgm:pt>
    <dgm:pt modelId="{3F918FC4-30D7-4BD7-B2D0-E6F47406C442}" type="pres">
      <dgm:prSet presAssocID="{042D0CF9-6AB3-42B9-869B-9EFE22AE4FCC}" presName="quad3" presStyleLbl="node1" presStyleIdx="2" presStyleCnt="4">
        <dgm:presLayoutVars>
          <dgm:chMax val="0"/>
          <dgm:chPref val="0"/>
          <dgm:bulletEnabled val="1"/>
        </dgm:presLayoutVars>
      </dgm:prSet>
      <dgm:spPr/>
    </dgm:pt>
    <dgm:pt modelId="{038D6484-FC8C-45FC-B04E-D9EACED55DD4}" type="pres">
      <dgm:prSet presAssocID="{042D0CF9-6AB3-42B9-869B-9EFE22AE4FCC}" presName="quad4" presStyleLbl="node1" presStyleIdx="3" presStyleCnt="4">
        <dgm:presLayoutVars>
          <dgm:chMax val="0"/>
          <dgm:chPref val="0"/>
          <dgm:bulletEnabled val="1"/>
        </dgm:presLayoutVars>
      </dgm:prSet>
      <dgm:spPr/>
    </dgm:pt>
  </dgm:ptLst>
  <dgm:cxnLst>
    <dgm:cxn modelId="{8A990E19-1B89-4539-A031-7CD1520FB22F}" srcId="{042D0CF9-6AB3-42B9-869B-9EFE22AE4FCC}" destId="{DFFDCBE1-8084-4AC9-B987-8C4E9F451BF5}" srcOrd="3" destOrd="0" parTransId="{2BA81CE6-8D31-4AD6-AED4-3BD25CDD33A2}" sibTransId="{EB78D58D-103A-42A8-ABC8-DD14E0AE5E88}"/>
    <dgm:cxn modelId="{4B50D837-838B-4BC5-BC43-704A71DB8C77}" srcId="{042D0CF9-6AB3-42B9-869B-9EFE22AE4FCC}" destId="{B668D86B-4E43-414E-A1E9-97E086C84E44}" srcOrd="1" destOrd="0" parTransId="{1B4E93C5-11B2-46B4-8FBC-2F51966788D8}" sibTransId="{AC765DF7-47EA-4DF6-B4EC-6F048673E5C4}"/>
    <dgm:cxn modelId="{989C234F-95F4-4CD8-9B2A-078DE413EA49}" type="presOf" srcId="{A3820806-4BEA-4F7E-BE23-9C0110AF088A}" destId="{AF4929DA-FA55-4F5F-8E03-7EED7DFC59EC}" srcOrd="0" destOrd="0" presId="urn:microsoft.com/office/officeart/2005/8/layout/matrix3"/>
    <dgm:cxn modelId="{47906576-EBB4-4479-A0A3-603D2BE7A26B}" srcId="{042D0CF9-6AB3-42B9-869B-9EFE22AE4FCC}" destId="{0075551A-5965-467E-BC11-6368D7F4A863}" srcOrd="2" destOrd="0" parTransId="{B30D582E-DF79-4587-B0DF-1ACA2B874868}" sibTransId="{2974BAE0-067F-48DF-B603-A0890920EF99}"/>
    <dgm:cxn modelId="{5C128059-E278-493F-8547-854CF49EA6CF}" type="presOf" srcId="{B668D86B-4E43-414E-A1E9-97E086C84E44}" destId="{9BF946A6-9DA0-4DD4-AC89-877D97E77A59}" srcOrd="0" destOrd="0" presId="urn:microsoft.com/office/officeart/2005/8/layout/matrix3"/>
    <dgm:cxn modelId="{9E4BB380-0980-40CD-94E5-7AF2AB5AB2CD}" srcId="{042D0CF9-6AB3-42B9-869B-9EFE22AE4FCC}" destId="{A3820806-4BEA-4F7E-BE23-9C0110AF088A}" srcOrd="0" destOrd="0" parTransId="{EB50F718-9D68-4127-952A-8376D6ACF0C1}" sibTransId="{2C4E24BB-2210-442A-B73B-C096A4D72B33}"/>
    <dgm:cxn modelId="{D8F571B4-B4DB-4B03-8EF6-622EDD374FBC}" type="presOf" srcId="{042D0CF9-6AB3-42B9-869B-9EFE22AE4FCC}" destId="{6BFC9DB5-9425-4BB4-9C5D-6F379F3B13F8}" srcOrd="0" destOrd="0" presId="urn:microsoft.com/office/officeart/2005/8/layout/matrix3"/>
    <dgm:cxn modelId="{881F0CE4-EA5D-49D3-A550-D08293644E04}" type="presOf" srcId="{0075551A-5965-467E-BC11-6368D7F4A863}" destId="{3F918FC4-30D7-4BD7-B2D0-E6F47406C442}" srcOrd="0" destOrd="0" presId="urn:microsoft.com/office/officeart/2005/8/layout/matrix3"/>
    <dgm:cxn modelId="{525032E9-A843-4AC9-82B1-90A4839E1D59}" type="presOf" srcId="{DFFDCBE1-8084-4AC9-B987-8C4E9F451BF5}" destId="{038D6484-FC8C-45FC-B04E-D9EACED55DD4}" srcOrd="0" destOrd="0" presId="urn:microsoft.com/office/officeart/2005/8/layout/matrix3"/>
    <dgm:cxn modelId="{92238693-1830-4473-85BE-FA56575E8375}" type="presParOf" srcId="{6BFC9DB5-9425-4BB4-9C5D-6F379F3B13F8}" destId="{5C914148-617B-45A1-806C-85AD217DD69F}" srcOrd="0" destOrd="0" presId="urn:microsoft.com/office/officeart/2005/8/layout/matrix3"/>
    <dgm:cxn modelId="{4A28E120-A86C-4974-BA6E-D764C0741E95}" type="presParOf" srcId="{6BFC9DB5-9425-4BB4-9C5D-6F379F3B13F8}" destId="{AF4929DA-FA55-4F5F-8E03-7EED7DFC59EC}" srcOrd="1" destOrd="0" presId="urn:microsoft.com/office/officeart/2005/8/layout/matrix3"/>
    <dgm:cxn modelId="{99876D3E-CF6E-41A0-A046-ED49B5473F81}" type="presParOf" srcId="{6BFC9DB5-9425-4BB4-9C5D-6F379F3B13F8}" destId="{9BF946A6-9DA0-4DD4-AC89-877D97E77A59}" srcOrd="2" destOrd="0" presId="urn:microsoft.com/office/officeart/2005/8/layout/matrix3"/>
    <dgm:cxn modelId="{AE88870F-34C2-407F-BA8E-E0FE294FBF62}" type="presParOf" srcId="{6BFC9DB5-9425-4BB4-9C5D-6F379F3B13F8}" destId="{3F918FC4-30D7-4BD7-B2D0-E6F47406C442}" srcOrd="3" destOrd="0" presId="urn:microsoft.com/office/officeart/2005/8/layout/matrix3"/>
    <dgm:cxn modelId="{FDCD0CC8-045A-4777-A4EB-B9AC29721E6F}" type="presParOf" srcId="{6BFC9DB5-9425-4BB4-9C5D-6F379F3B13F8}" destId="{038D6484-FC8C-45FC-B04E-D9EACED55DD4}"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3EC451B-0A4C-41C7-9849-99B6B646F1B3}" type="doc">
      <dgm:prSet loTypeId="urn:microsoft.com/office/officeart/2005/8/layout/default" loCatId="list" qsTypeId="urn:microsoft.com/office/officeart/2005/8/quickstyle/simple5" qsCatId="simple" csTypeId="urn:microsoft.com/office/officeart/2005/8/colors/colorful5" csCatId="colorful"/>
      <dgm:spPr/>
      <dgm:t>
        <a:bodyPr/>
        <a:lstStyle/>
        <a:p>
          <a:endParaRPr lang="en-US"/>
        </a:p>
      </dgm:t>
    </dgm:pt>
    <dgm:pt modelId="{D612B3B9-BDF2-4FF0-B550-2BC0E6094E72}">
      <dgm:prSet/>
      <dgm:spPr/>
      <dgm:t>
        <a:bodyPr/>
        <a:lstStyle/>
        <a:p>
          <a:r>
            <a:rPr lang="en-US"/>
            <a:t>Inaccurate, Unreliable, and Biased or Harmful Results</a:t>
          </a:r>
        </a:p>
      </dgm:t>
    </dgm:pt>
    <dgm:pt modelId="{C8B63935-3B25-40A8-95F0-E63CAB70064C}" type="parTrans" cxnId="{63EC16FF-326F-4EFE-B588-8A3A71785B28}">
      <dgm:prSet/>
      <dgm:spPr/>
      <dgm:t>
        <a:bodyPr/>
        <a:lstStyle/>
        <a:p>
          <a:endParaRPr lang="en-US"/>
        </a:p>
      </dgm:t>
    </dgm:pt>
    <dgm:pt modelId="{2B9B0939-7989-4196-AD22-12765D67BEA2}" type="sibTrans" cxnId="{63EC16FF-326F-4EFE-B588-8A3A71785B28}">
      <dgm:prSet/>
      <dgm:spPr/>
      <dgm:t>
        <a:bodyPr/>
        <a:lstStyle/>
        <a:p>
          <a:endParaRPr lang="en-US"/>
        </a:p>
      </dgm:t>
    </dgm:pt>
    <dgm:pt modelId="{2803615C-0B6D-4CBA-AE0E-72A0A698B216}">
      <dgm:prSet/>
      <dgm:spPr/>
      <dgm:t>
        <a:bodyPr/>
        <a:lstStyle/>
        <a:p>
          <a:r>
            <a:rPr lang="en-US"/>
            <a:t>Laws and Regulations</a:t>
          </a:r>
        </a:p>
      </dgm:t>
    </dgm:pt>
    <dgm:pt modelId="{5AF493D2-5E85-430B-BB89-2477A556755D}" type="parTrans" cxnId="{BD62051B-D16D-4AF8-B948-ECF75356C1C6}">
      <dgm:prSet/>
      <dgm:spPr/>
      <dgm:t>
        <a:bodyPr/>
        <a:lstStyle/>
        <a:p>
          <a:endParaRPr lang="en-US"/>
        </a:p>
      </dgm:t>
    </dgm:pt>
    <dgm:pt modelId="{75008DE2-8802-488D-9F30-714A8BB1E8C8}" type="sibTrans" cxnId="{BD62051B-D16D-4AF8-B948-ECF75356C1C6}">
      <dgm:prSet/>
      <dgm:spPr/>
      <dgm:t>
        <a:bodyPr/>
        <a:lstStyle/>
        <a:p>
          <a:endParaRPr lang="en-US"/>
        </a:p>
      </dgm:t>
    </dgm:pt>
    <dgm:pt modelId="{5E83F422-4CBD-4A53-88D0-93CE3C83669E}">
      <dgm:prSet/>
      <dgm:spPr/>
      <dgm:t>
        <a:bodyPr/>
        <a:lstStyle/>
        <a:p>
          <a:r>
            <a:rPr lang="en-US" dirty="0"/>
            <a:t>Confidentiality of Company, Client, and Customer Information</a:t>
          </a:r>
        </a:p>
      </dgm:t>
    </dgm:pt>
    <dgm:pt modelId="{FEFA6F1C-EF6F-422F-B81D-13DA498627E9}" type="parTrans" cxnId="{7B58EE95-95BC-47F2-B629-7B36817453BD}">
      <dgm:prSet/>
      <dgm:spPr/>
      <dgm:t>
        <a:bodyPr/>
        <a:lstStyle/>
        <a:p>
          <a:endParaRPr lang="en-US"/>
        </a:p>
      </dgm:t>
    </dgm:pt>
    <dgm:pt modelId="{C305D5A1-7F7D-49C5-BAC4-59464E7A3E7E}" type="sibTrans" cxnId="{7B58EE95-95BC-47F2-B629-7B36817453BD}">
      <dgm:prSet/>
      <dgm:spPr/>
      <dgm:t>
        <a:bodyPr/>
        <a:lstStyle/>
        <a:p>
          <a:endParaRPr lang="en-US"/>
        </a:p>
      </dgm:t>
    </dgm:pt>
    <dgm:pt modelId="{3E4AEBBC-8996-44E6-BA88-8110ACAD684C}">
      <dgm:prSet/>
      <dgm:spPr/>
      <dgm:t>
        <a:bodyPr/>
        <a:lstStyle/>
        <a:p>
          <a:r>
            <a:rPr lang="en-US"/>
            <a:t>Intellectual Property Rights, Plagiarism, and Terms and Conditions</a:t>
          </a:r>
        </a:p>
      </dgm:t>
    </dgm:pt>
    <dgm:pt modelId="{60BD4A4A-4C9B-4389-B6C7-FE448463F32C}" type="parTrans" cxnId="{0D03453E-9D52-4E9C-9482-EA0B0D60306C}">
      <dgm:prSet/>
      <dgm:spPr/>
      <dgm:t>
        <a:bodyPr/>
        <a:lstStyle/>
        <a:p>
          <a:endParaRPr lang="en-US"/>
        </a:p>
      </dgm:t>
    </dgm:pt>
    <dgm:pt modelId="{20C2A226-72A3-4507-8B8B-6C371DE5105C}" type="sibTrans" cxnId="{0D03453E-9D52-4E9C-9482-EA0B0D60306C}">
      <dgm:prSet/>
      <dgm:spPr/>
      <dgm:t>
        <a:bodyPr/>
        <a:lstStyle/>
        <a:p>
          <a:endParaRPr lang="en-US"/>
        </a:p>
      </dgm:t>
    </dgm:pt>
    <dgm:pt modelId="{6C82F335-4DB9-4E21-8F18-48C558E3F344}">
      <dgm:prSet/>
      <dgm:spPr/>
      <dgm:t>
        <a:bodyPr/>
        <a:lstStyle/>
        <a:p>
          <a:r>
            <a:rPr lang="en-US"/>
            <a:t>Data Privacy Risks</a:t>
          </a:r>
        </a:p>
      </dgm:t>
    </dgm:pt>
    <dgm:pt modelId="{B20D163F-25A1-494B-AF45-E05B221BDFA8}" type="parTrans" cxnId="{F03E0A16-A4BE-4607-8827-82B9DF261FF7}">
      <dgm:prSet/>
      <dgm:spPr/>
      <dgm:t>
        <a:bodyPr/>
        <a:lstStyle/>
        <a:p>
          <a:endParaRPr lang="en-US"/>
        </a:p>
      </dgm:t>
    </dgm:pt>
    <dgm:pt modelId="{5B9D7FD7-6585-448C-A165-52CBA3CCA30C}" type="sibTrans" cxnId="{F03E0A16-A4BE-4607-8827-82B9DF261FF7}">
      <dgm:prSet/>
      <dgm:spPr/>
      <dgm:t>
        <a:bodyPr/>
        <a:lstStyle/>
        <a:p>
          <a:endParaRPr lang="en-US"/>
        </a:p>
      </dgm:t>
    </dgm:pt>
    <dgm:pt modelId="{BAC13B60-D881-4753-9632-4759CB69216F}">
      <dgm:prSet/>
      <dgm:spPr/>
      <dgm:t>
        <a:bodyPr/>
        <a:lstStyle/>
        <a:p>
          <a:r>
            <a:rPr lang="en-US"/>
            <a:t>Prohibited Uses of AI</a:t>
          </a:r>
        </a:p>
      </dgm:t>
    </dgm:pt>
    <dgm:pt modelId="{D0FB0FBD-4F39-49F2-A9B2-C31251B5BA34}" type="parTrans" cxnId="{0AA34608-7068-486C-A35B-FE0B42E67F77}">
      <dgm:prSet/>
      <dgm:spPr/>
      <dgm:t>
        <a:bodyPr/>
        <a:lstStyle/>
        <a:p>
          <a:endParaRPr lang="en-US"/>
        </a:p>
      </dgm:t>
    </dgm:pt>
    <dgm:pt modelId="{B4702749-CE16-4A4D-A7CD-B1C0FF209A22}" type="sibTrans" cxnId="{0AA34608-7068-486C-A35B-FE0B42E67F77}">
      <dgm:prSet/>
      <dgm:spPr/>
      <dgm:t>
        <a:bodyPr/>
        <a:lstStyle/>
        <a:p>
          <a:endParaRPr lang="en-US"/>
        </a:p>
      </dgm:t>
    </dgm:pt>
    <dgm:pt modelId="{C98672A0-995A-41CB-B160-37B1A2EAD77A}">
      <dgm:prSet/>
      <dgm:spPr/>
      <dgm:t>
        <a:bodyPr/>
        <a:lstStyle/>
        <a:p>
          <a:r>
            <a:rPr lang="en-US"/>
            <a:t>Reporting and Prior Authorization</a:t>
          </a:r>
        </a:p>
      </dgm:t>
    </dgm:pt>
    <dgm:pt modelId="{BC6F5B0E-6A47-4089-A36A-FDFA03399023}" type="parTrans" cxnId="{6176205A-A248-4411-9B19-9364A3B7FD25}">
      <dgm:prSet/>
      <dgm:spPr/>
      <dgm:t>
        <a:bodyPr/>
        <a:lstStyle/>
        <a:p>
          <a:endParaRPr lang="en-US"/>
        </a:p>
      </dgm:t>
    </dgm:pt>
    <dgm:pt modelId="{A0A422D5-C268-47FD-9DB8-5F68D7C2AC6B}" type="sibTrans" cxnId="{6176205A-A248-4411-9B19-9364A3B7FD25}">
      <dgm:prSet/>
      <dgm:spPr/>
      <dgm:t>
        <a:bodyPr/>
        <a:lstStyle/>
        <a:p>
          <a:endParaRPr lang="en-US"/>
        </a:p>
      </dgm:t>
    </dgm:pt>
    <dgm:pt modelId="{40B44F79-5041-4CCC-A108-FB92A34517CE}" type="pres">
      <dgm:prSet presAssocID="{63EC451B-0A4C-41C7-9849-99B6B646F1B3}" presName="diagram" presStyleCnt="0">
        <dgm:presLayoutVars>
          <dgm:dir/>
          <dgm:resizeHandles val="exact"/>
        </dgm:presLayoutVars>
      </dgm:prSet>
      <dgm:spPr/>
    </dgm:pt>
    <dgm:pt modelId="{1AA7C52D-52F5-4372-B6A3-2F7ED143FC27}" type="pres">
      <dgm:prSet presAssocID="{D612B3B9-BDF2-4FF0-B550-2BC0E6094E72}" presName="node" presStyleLbl="node1" presStyleIdx="0" presStyleCnt="7">
        <dgm:presLayoutVars>
          <dgm:bulletEnabled val="1"/>
        </dgm:presLayoutVars>
      </dgm:prSet>
      <dgm:spPr/>
    </dgm:pt>
    <dgm:pt modelId="{7E514BAE-341F-4491-BA29-C74ED1E89D0D}" type="pres">
      <dgm:prSet presAssocID="{2B9B0939-7989-4196-AD22-12765D67BEA2}" presName="sibTrans" presStyleCnt="0"/>
      <dgm:spPr/>
    </dgm:pt>
    <dgm:pt modelId="{D4965069-DA41-414F-837D-B29431507867}" type="pres">
      <dgm:prSet presAssocID="{2803615C-0B6D-4CBA-AE0E-72A0A698B216}" presName="node" presStyleLbl="node1" presStyleIdx="1" presStyleCnt="7">
        <dgm:presLayoutVars>
          <dgm:bulletEnabled val="1"/>
        </dgm:presLayoutVars>
      </dgm:prSet>
      <dgm:spPr/>
    </dgm:pt>
    <dgm:pt modelId="{12B893E6-6F28-49F1-94CA-23F418999997}" type="pres">
      <dgm:prSet presAssocID="{75008DE2-8802-488D-9F30-714A8BB1E8C8}" presName="sibTrans" presStyleCnt="0"/>
      <dgm:spPr/>
    </dgm:pt>
    <dgm:pt modelId="{512D6F1E-659D-4030-ACC5-2B63C7638E87}" type="pres">
      <dgm:prSet presAssocID="{5E83F422-4CBD-4A53-88D0-93CE3C83669E}" presName="node" presStyleLbl="node1" presStyleIdx="2" presStyleCnt="7">
        <dgm:presLayoutVars>
          <dgm:bulletEnabled val="1"/>
        </dgm:presLayoutVars>
      </dgm:prSet>
      <dgm:spPr/>
    </dgm:pt>
    <dgm:pt modelId="{9A3FAF37-5615-47E9-9D80-2DF517FA6BB7}" type="pres">
      <dgm:prSet presAssocID="{C305D5A1-7F7D-49C5-BAC4-59464E7A3E7E}" presName="sibTrans" presStyleCnt="0"/>
      <dgm:spPr/>
    </dgm:pt>
    <dgm:pt modelId="{19B20134-9B87-4381-B114-3ABF1A31AEBD}" type="pres">
      <dgm:prSet presAssocID="{3E4AEBBC-8996-44E6-BA88-8110ACAD684C}" presName="node" presStyleLbl="node1" presStyleIdx="3" presStyleCnt="7">
        <dgm:presLayoutVars>
          <dgm:bulletEnabled val="1"/>
        </dgm:presLayoutVars>
      </dgm:prSet>
      <dgm:spPr/>
    </dgm:pt>
    <dgm:pt modelId="{3726762B-D07C-4478-A094-C3E794E5541C}" type="pres">
      <dgm:prSet presAssocID="{20C2A226-72A3-4507-8B8B-6C371DE5105C}" presName="sibTrans" presStyleCnt="0"/>
      <dgm:spPr/>
    </dgm:pt>
    <dgm:pt modelId="{5ED33B5C-6AD8-4FDB-AA19-093C17B88C0E}" type="pres">
      <dgm:prSet presAssocID="{6C82F335-4DB9-4E21-8F18-48C558E3F344}" presName="node" presStyleLbl="node1" presStyleIdx="4" presStyleCnt="7">
        <dgm:presLayoutVars>
          <dgm:bulletEnabled val="1"/>
        </dgm:presLayoutVars>
      </dgm:prSet>
      <dgm:spPr/>
    </dgm:pt>
    <dgm:pt modelId="{BF5FDD46-3032-42D8-8A44-463ABC22F6D5}" type="pres">
      <dgm:prSet presAssocID="{5B9D7FD7-6585-448C-A165-52CBA3CCA30C}" presName="sibTrans" presStyleCnt="0"/>
      <dgm:spPr/>
    </dgm:pt>
    <dgm:pt modelId="{DA4639C2-1F88-4464-8D13-6A64D79792AE}" type="pres">
      <dgm:prSet presAssocID="{BAC13B60-D881-4753-9632-4759CB69216F}" presName="node" presStyleLbl="node1" presStyleIdx="5" presStyleCnt="7">
        <dgm:presLayoutVars>
          <dgm:bulletEnabled val="1"/>
        </dgm:presLayoutVars>
      </dgm:prSet>
      <dgm:spPr/>
    </dgm:pt>
    <dgm:pt modelId="{0D323D68-B8C4-4E04-8803-46D2DADA882D}" type="pres">
      <dgm:prSet presAssocID="{B4702749-CE16-4A4D-A7CD-B1C0FF209A22}" presName="sibTrans" presStyleCnt="0"/>
      <dgm:spPr/>
    </dgm:pt>
    <dgm:pt modelId="{EDE72019-3CC8-4BB2-9A6C-BCC9E6317934}" type="pres">
      <dgm:prSet presAssocID="{C98672A0-995A-41CB-B160-37B1A2EAD77A}" presName="node" presStyleLbl="node1" presStyleIdx="6" presStyleCnt="7">
        <dgm:presLayoutVars>
          <dgm:bulletEnabled val="1"/>
        </dgm:presLayoutVars>
      </dgm:prSet>
      <dgm:spPr/>
    </dgm:pt>
  </dgm:ptLst>
  <dgm:cxnLst>
    <dgm:cxn modelId="{0AA34608-7068-486C-A35B-FE0B42E67F77}" srcId="{63EC451B-0A4C-41C7-9849-99B6B646F1B3}" destId="{BAC13B60-D881-4753-9632-4759CB69216F}" srcOrd="5" destOrd="0" parTransId="{D0FB0FBD-4F39-49F2-A9B2-C31251B5BA34}" sibTransId="{B4702749-CE16-4A4D-A7CD-B1C0FF209A22}"/>
    <dgm:cxn modelId="{25FE5008-FDA2-47AE-A502-A1354B1EEFCC}" type="presOf" srcId="{2803615C-0B6D-4CBA-AE0E-72A0A698B216}" destId="{D4965069-DA41-414F-837D-B29431507867}" srcOrd="0" destOrd="0" presId="urn:microsoft.com/office/officeart/2005/8/layout/default"/>
    <dgm:cxn modelId="{F03E0A16-A4BE-4607-8827-82B9DF261FF7}" srcId="{63EC451B-0A4C-41C7-9849-99B6B646F1B3}" destId="{6C82F335-4DB9-4E21-8F18-48C558E3F344}" srcOrd="4" destOrd="0" parTransId="{B20D163F-25A1-494B-AF45-E05B221BDFA8}" sibTransId="{5B9D7FD7-6585-448C-A165-52CBA3CCA30C}"/>
    <dgm:cxn modelId="{873DEE16-74D1-4248-8F01-2707E7530F18}" type="presOf" srcId="{BAC13B60-D881-4753-9632-4759CB69216F}" destId="{DA4639C2-1F88-4464-8D13-6A64D79792AE}" srcOrd="0" destOrd="0" presId="urn:microsoft.com/office/officeart/2005/8/layout/default"/>
    <dgm:cxn modelId="{BD62051B-D16D-4AF8-B948-ECF75356C1C6}" srcId="{63EC451B-0A4C-41C7-9849-99B6B646F1B3}" destId="{2803615C-0B6D-4CBA-AE0E-72A0A698B216}" srcOrd="1" destOrd="0" parTransId="{5AF493D2-5E85-430B-BB89-2477A556755D}" sibTransId="{75008DE2-8802-488D-9F30-714A8BB1E8C8}"/>
    <dgm:cxn modelId="{0D03453E-9D52-4E9C-9482-EA0B0D60306C}" srcId="{63EC451B-0A4C-41C7-9849-99B6B646F1B3}" destId="{3E4AEBBC-8996-44E6-BA88-8110ACAD684C}" srcOrd="3" destOrd="0" parTransId="{60BD4A4A-4C9B-4389-B6C7-FE448463F32C}" sibTransId="{20C2A226-72A3-4507-8B8B-6C371DE5105C}"/>
    <dgm:cxn modelId="{18CADC42-1A38-4A95-B8D1-0AEAA41C6DB9}" type="presOf" srcId="{3E4AEBBC-8996-44E6-BA88-8110ACAD684C}" destId="{19B20134-9B87-4381-B114-3ABF1A31AEBD}" srcOrd="0" destOrd="0" presId="urn:microsoft.com/office/officeart/2005/8/layout/default"/>
    <dgm:cxn modelId="{5D7F544E-4DEB-41A4-94CC-4D970E6A41C1}" type="presOf" srcId="{5E83F422-4CBD-4A53-88D0-93CE3C83669E}" destId="{512D6F1E-659D-4030-ACC5-2B63C7638E87}" srcOrd="0" destOrd="0" presId="urn:microsoft.com/office/officeart/2005/8/layout/default"/>
    <dgm:cxn modelId="{F43D3758-0562-40A5-A9DA-8268F90D2FCE}" type="presOf" srcId="{63EC451B-0A4C-41C7-9849-99B6B646F1B3}" destId="{40B44F79-5041-4CCC-A108-FB92A34517CE}" srcOrd="0" destOrd="0" presId="urn:microsoft.com/office/officeart/2005/8/layout/default"/>
    <dgm:cxn modelId="{B8F2CB78-4E43-4784-8A50-0FD9888C7F2C}" type="presOf" srcId="{C98672A0-995A-41CB-B160-37B1A2EAD77A}" destId="{EDE72019-3CC8-4BB2-9A6C-BCC9E6317934}" srcOrd="0" destOrd="0" presId="urn:microsoft.com/office/officeart/2005/8/layout/default"/>
    <dgm:cxn modelId="{6176205A-A248-4411-9B19-9364A3B7FD25}" srcId="{63EC451B-0A4C-41C7-9849-99B6B646F1B3}" destId="{C98672A0-995A-41CB-B160-37B1A2EAD77A}" srcOrd="6" destOrd="0" parTransId="{BC6F5B0E-6A47-4089-A36A-FDFA03399023}" sibTransId="{A0A422D5-C268-47FD-9DB8-5F68D7C2AC6B}"/>
    <dgm:cxn modelId="{ED592683-D77B-4E76-AC1E-447DD4B34BE7}" type="presOf" srcId="{6C82F335-4DB9-4E21-8F18-48C558E3F344}" destId="{5ED33B5C-6AD8-4FDB-AA19-093C17B88C0E}" srcOrd="0" destOrd="0" presId="urn:microsoft.com/office/officeart/2005/8/layout/default"/>
    <dgm:cxn modelId="{7B58EE95-95BC-47F2-B629-7B36817453BD}" srcId="{63EC451B-0A4C-41C7-9849-99B6B646F1B3}" destId="{5E83F422-4CBD-4A53-88D0-93CE3C83669E}" srcOrd="2" destOrd="0" parTransId="{FEFA6F1C-EF6F-422F-B81D-13DA498627E9}" sibTransId="{C305D5A1-7F7D-49C5-BAC4-59464E7A3E7E}"/>
    <dgm:cxn modelId="{95EE529C-8326-43F3-99CC-B403E4BEFC7D}" type="presOf" srcId="{D612B3B9-BDF2-4FF0-B550-2BC0E6094E72}" destId="{1AA7C52D-52F5-4372-B6A3-2F7ED143FC27}" srcOrd="0" destOrd="0" presId="urn:microsoft.com/office/officeart/2005/8/layout/default"/>
    <dgm:cxn modelId="{63EC16FF-326F-4EFE-B588-8A3A71785B28}" srcId="{63EC451B-0A4C-41C7-9849-99B6B646F1B3}" destId="{D612B3B9-BDF2-4FF0-B550-2BC0E6094E72}" srcOrd="0" destOrd="0" parTransId="{C8B63935-3B25-40A8-95F0-E63CAB70064C}" sibTransId="{2B9B0939-7989-4196-AD22-12765D67BEA2}"/>
    <dgm:cxn modelId="{DB998C4E-D39A-496B-93C9-F4235B965384}" type="presParOf" srcId="{40B44F79-5041-4CCC-A108-FB92A34517CE}" destId="{1AA7C52D-52F5-4372-B6A3-2F7ED143FC27}" srcOrd="0" destOrd="0" presId="urn:microsoft.com/office/officeart/2005/8/layout/default"/>
    <dgm:cxn modelId="{A115FE77-D264-4BBA-B64D-B7E4AC66D858}" type="presParOf" srcId="{40B44F79-5041-4CCC-A108-FB92A34517CE}" destId="{7E514BAE-341F-4491-BA29-C74ED1E89D0D}" srcOrd="1" destOrd="0" presId="urn:microsoft.com/office/officeart/2005/8/layout/default"/>
    <dgm:cxn modelId="{D92A6E6A-48DD-4165-9D57-AC3EA6C8FDBA}" type="presParOf" srcId="{40B44F79-5041-4CCC-A108-FB92A34517CE}" destId="{D4965069-DA41-414F-837D-B29431507867}" srcOrd="2" destOrd="0" presId="urn:microsoft.com/office/officeart/2005/8/layout/default"/>
    <dgm:cxn modelId="{67EEBD23-4C37-4B6A-B460-26586E02DEFC}" type="presParOf" srcId="{40B44F79-5041-4CCC-A108-FB92A34517CE}" destId="{12B893E6-6F28-49F1-94CA-23F418999997}" srcOrd="3" destOrd="0" presId="urn:microsoft.com/office/officeart/2005/8/layout/default"/>
    <dgm:cxn modelId="{05DE84FE-B2B4-4E35-A3D9-677C65CE2813}" type="presParOf" srcId="{40B44F79-5041-4CCC-A108-FB92A34517CE}" destId="{512D6F1E-659D-4030-ACC5-2B63C7638E87}" srcOrd="4" destOrd="0" presId="urn:microsoft.com/office/officeart/2005/8/layout/default"/>
    <dgm:cxn modelId="{6A2FB6AB-826A-4769-998D-28A56F38026A}" type="presParOf" srcId="{40B44F79-5041-4CCC-A108-FB92A34517CE}" destId="{9A3FAF37-5615-47E9-9D80-2DF517FA6BB7}" srcOrd="5" destOrd="0" presId="urn:microsoft.com/office/officeart/2005/8/layout/default"/>
    <dgm:cxn modelId="{D520C2AA-9F4D-42D9-B973-F17ECA631823}" type="presParOf" srcId="{40B44F79-5041-4CCC-A108-FB92A34517CE}" destId="{19B20134-9B87-4381-B114-3ABF1A31AEBD}" srcOrd="6" destOrd="0" presId="urn:microsoft.com/office/officeart/2005/8/layout/default"/>
    <dgm:cxn modelId="{B2EDDF32-9462-46AD-8680-2DBC4156D20A}" type="presParOf" srcId="{40B44F79-5041-4CCC-A108-FB92A34517CE}" destId="{3726762B-D07C-4478-A094-C3E794E5541C}" srcOrd="7" destOrd="0" presId="urn:microsoft.com/office/officeart/2005/8/layout/default"/>
    <dgm:cxn modelId="{9418AB41-51E5-41EB-800A-A473C953FF58}" type="presParOf" srcId="{40B44F79-5041-4CCC-A108-FB92A34517CE}" destId="{5ED33B5C-6AD8-4FDB-AA19-093C17B88C0E}" srcOrd="8" destOrd="0" presId="urn:microsoft.com/office/officeart/2005/8/layout/default"/>
    <dgm:cxn modelId="{24529644-BC83-4C0F-8946-9DC2D6FA6394}" type="presParOf" srcId="{40B44F79-5041-4CCC-A108-FB92A34517CE}" destId="{BF5FDD46-3032-42D8-8A44-463ABC22F6D5}" srcOrd="9" destOrd="0" presId="urn:microsoft.com/office/officeart/2005/8/layout/default"/>
    <dgm:cxn modelId="{0DE7BC2A-2190-4B22-A0B5-22D3BE3B5FE3}" type="presParOf" srcId="{40B44F79-5041-4CCC-A108-FB92A34517CE}" destId="{DA4639C2-1F88-4464-8D13-6A64D79792AE}" srcOrd="10" destOrd="0" presId="urn:microsoft.com/office/officeart/2005/8/layout/default"/>
    <dgm:cxn modelId="{1F8ADC90-E9BC-4708-8FE3-C6029B82FF70}" type="presParOf" srcId="{40B44F79-5041-4CCC-A108-FB92A34517CE}" destId="{0D323D68-B8C4-4E04-8803-46D2DADA882D}" srcOrd="11" destOrd="0" presId="urn:microsoft.com/office/officeart/2005/8/layout/default"/>
    <dgm:cxn modelId="{CBE3D2CF-6246-4E8F-917D-13D2EA41FDFF}" type="presParOf" srcId="{40B44F79-5041-4CCC-A108-FB92A34517CE}" destId="{EDE72019-3CC8-4BB2-9A6C-BCC9E6317934}"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0A85041-13BC-4EE8-AF31-769ED0512BF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0F872DE-F5A0-4365-8080-FAE33BD5B062}">
      <dgm:prSet custT="1"/>
      <dgm:spPr/>
      <dgm:t>
        <a:bodyPr/>
        <a:lstStyle/>
        <a:p>
          <a:r>
            <a:rPr lang="en-US" sz="2400" dirty="0"/>
            <a:t>Data safety concerns</a:t>
          </a:r>
        </a:p>
      </dgm:t>
    </dgm:pt>
    <dgm:pt modelId="{E9DABE1E-7B04-46C1-8B32-2B262062386A}" type="parTrans" cxnId="{CDC14368-0376-4A2B-9724-F4FF1A68B291}">
      <dgm:prSet/>
      <dgm:spPr/>
      <dgm:t>
        <a:bodyPr/>
        <a:lstStyle/>
        <a:p>
          <a:endParaRPr lang="en-US"/>
        </a:p>
      </dgm:t>
    </dgm:pt>
    <dgm:pt modelId="{FAAE2CC3-41AC-4478-A86D-F779AC34F16B}" type="sibTrans" cxnId="{CDC14368-0376-4A2B-9724-F4FF1A68B291}">
      <dgm:prSet/>
      <dgm:spPr/>
      <dgm:t>
        <a:bodyPr/>
        <a:lstStyle/>
        <a:p>
          <a:endParaRPr lang="en-US"/>
        </a:p>
      </dgm:t>
    </dgm:pt>
    <dgm:pt modelId="{9E276467-7C59-409D-8987-F11336031B55}">
      <dgm:prSet custT="1"/>
      <dgm:spPr/>
      <dgm:t>
        <a:bodyPr/>
        <a:lstStyle/>
        <a:p>
          <a:r>
            <a:rPr lang="en-US" sz="2400" dirty="0"/>
            <a:t>Limited budgets and resources</a:t>
          </a:r>
        </a:p>
      </dgm:t>
    </dgm:pt>
    <dgm:pt modelId="{48D4BFBD-6754-4441-BC42-2F8E8838E5EA}" type="parTrans" cxnId="{466F3373-DA7E-4296-94D6-81126778F9B9}">
      <dgm:prSet/>
      <dgm:spPr/>
      <dgm:t>
        <a:bodyPr/>
        <a:lstStyle/>
        <a:p>
          <a:endParaRPr lang="en-US"/>
        </a:p>
      </dgm:t>
    </dgm:pt>
    <dgm:pt modelId="{078EEAF5-0528-477C-9EB0-F3B51366C192}" type="sibTrans" cxnId="{466F3373-DA7E-4296-94D6-81126778F9B9}">
      <dgm:prSet/>
      <dgm:spPr/>
      <dgm:t>
        <a:bodyPr/>
        <a:lstStyle/>
        <a:p>
          <a:endParaRPr lang="en-US"/>
        </a:p>
      </dgm:t>
    </dgm:pt>
    <dgm:pt modelId="{51F606E0-2CA3-4BFA-A4C5-A096BC3947BB}">
      <dgm:prSet custT="1"/>
      <dgm:spPr/>
      <dgm:t>
        <a:bodyPr/>
        <a:lstStyle/>
        <a:p>
          <a:r>
            <a:rPr lang="en-US" sz="2400" dirty="0"/>
            <a:t>Resistance to change (board, staff, and members)</a:t>
          </a:r>
        </a:p>
      </dgm:t>
    </dgm:pt>
    <dgm:pt modelId="{A83987D9-8BC1-47D8-8A5B-BC8BFD305C3B}" type="parTrans" cxnId="{6FDD0472-92EC-471F-A2A7-8A1413A2352A}">
      <dgm:prSet/>
      <dgm:spPr/>
      <dgm:t>
        <a:bodyPr/>
        <a:lstStyle/>
        <a:p>
          <a:endParaRPr lang="en-US"/>
        </a:p>
      </dgm:t>
    </dgm:pt>
    <dgm:pt modelId="{86E7F571-1DCB-46A5-95E6-46A6B3815EF1}" type="sibTrans" cxnId="{6FDD0472-92EC-471F-A2A7-8A1413A2352A}">
      <dgm:prSet/>
      <dgm:spPr/>
      <dgm:t>
        <a:bodyPr/>
        <a:lstStyle/>
        <a:p>
          <a:endParaRPr lang="en-US"/>
        </a:p>
      </dgm:t>
    </dgm:pt>
    <dgm:pt modelId="{6F5F6CF6-3B53-4895-AC15-6256476D884C}">
      <dgm:prSet custT="1"/>
      <dgm:spPr/>
      <dgm:t>
        <a:bodyPr/>
        <a:lstStyle/>
        <a:p>
          <a:r>
            <a:rPr lang="en-US" sz="2400" dirty="0"/>
            <a:t>Lack of technical expertise</a:t>
          </a:r>
        </a:p>
      </dgm:t>
    </dgm:pt>
    <dgm:pt modelId="{2469CBCE-A989-4F07-B504-0700A5C52593}" type="parTrans" cxnId="{02ABEDD0-8564-4C51-8E45-8D321967A07D}">
      <dgm:prSet/>
      <dgm:spPr/>
      <dgm:t>
        <a:bodyPr/>
        <a:lstStyle/>
        <a:p>
          <a:endParaRPr lang="en-US"/>
        </a:p>
      </dgm:t>
    </dgm:pt>
    <dgm:pt modelId="{BF3FA530-6048-42C0-8B5F-67606640B775}" type="sibTrans" cxnId="{02ABEDD0-8564-4C51-8E45-8D321967A07D}">
      <dgm:prSet/>
      <dgm:spPr/>
      <dgm:t>
        <a:bodyPr/>
        <a:lstStyle/>
        <a:p>
          <a:endParaRPr lang="en-US"/>
        </a:p>
      </dgm:t>
    </dgm:pt>
    <dgm:pt modelId="{94C58FA5-AD13-48D0-9204-84EF2FCBEEBB}">
      <dgm:prSet custT="1"/>
      <dgm:spPr/>
      <dgm:t>
        <a:bodyPr/>
        <a:lstStyle/>
        <a:p>
          <a:r>
            <a:rPr lang="en-US" sz="2400" dirty="0"/>
            <a:t>Stakeholder buy-in</a:t>
          </a:r>
        </a:p>
      </dgm:t>
    </dgm:pt>
    <dgm:pt modelId="{0379769C-1050-4D11-BAF2-7B6288B0F6C1}" type="parTrans" cxnId="{226D919A-FC74-4507-B634-40EBB18C710B}">
      <dgm:prSet/>
      <dgm:spPr/>
      <dgm:t>
        <a:bodyPr/>
        <a:lstStyle/>
        <a:p>
          <a:endParaRPr lang="en-US"/>
        </a:p>
      </dgm:t>
    </dgm:pt>
    <dgm:pt modelId="{D62964A5-D372-4FD6-BEF3-0E65B5A91DC2}" type="sibTrans" cxnId="{226D919A-FC74-4507-B634-40EBB18C710B}">
      <dgm:prSet/>
      <dgm:spPr/>
      <dgm:t>
        <a:bodyPr/>
        <a:lstStyle/>
        <a:p>
          <a:endParaRPr lang="en-US"/>
        </a:p>
      </dgm:t>
    </dgm:pt>
    <dgm:pt modelId="{9ADFDAAF-61FE-49B8-8EE9-3A1831CF6032}" type="pres">
      <dgm:prSet presAssocID="{A0A85041-13BC-4EE8-AF31-769ED0512BF1}" presName="root" presStyleCnt="0">
        <dgm:presLayoutVars>
          <dgm:dir/>
          <dgm:resizeHandles val="exact"/>
        </dgm:presLayoutVars>
      </dgm:prSet>
      <dgm:spPr/>
    </dgm:pt>
    <dgm:pt modelId="{EBADE049-BEF7-4BC4-8D6D-FAE4DA3F27FE}" type="pres">
      <dgm:prSet presAssocID="{90F872DE-F5A0-4365-8080-FAE33BD5B062}" presName="compNode" presStyleCnt="0"/>
      <dgm:spPr/>
    </dgm:pt>
    <dgm:pt modelId="{2D53D5FE-5305-4C86-8602-A9B893477BFE}" type="pres">
      <dgm:prSet presAssocID="{90F872DE-F5A0-4365-8080-FAE33BD5B062}" presName="bgRect" presStyleLbl="bgShp" presStyleIdx="0" presStyleCnt="5"/>
      <dgm:spPr/>
    </dgm:pt>
    <dgm:pt modelId="{9BC3404E-8DCA-47C7-A266-722DBF361361}" type="pres">
      <dgm:prSet presAssocID="{90F872DE-F5A0-4365-8080-FAE33BD5B06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DF011382-B5F1-455A-BA7C-0C3682030C17}" type="pres">
      <dgm:prSet presAssocID="{90F872DE-F5A0-4365-8080-FAE33BD5B062}" presName="spaceRect" presStyleCnt="0"/>
      <dgm:spPr/>
    </dgm:pt>
    <dgm:pt modelId="{576DC68C-9FB7-47C9-9C87-706DA24E26AD}" type="pres">
      <dgm:prSet presAssocID="{90F872DE-F5A0-4365-8080-FAE33BD5B062}" presName="parTx" presStyleLbl="revTx" presStyleIdx="0" presStyleCnt="5">
        <dgm:presLayoutVars>
          <dgm:chMax val="0"/>
          <dgm:chPref val="0"/>
        </dgm:presLayoutVars>
      </dgm:prSet>
      <dgm:spPr/>
    </dgm:pt>
    <dgm:pt modelId="{79E8B063-0924-4FB3-8EC3-CB02DB4581D7}" type="pres">
      <dgm:prSet presAssocID="{FAAE2CC3-41AC-4478-A86D-F779AC34F16B}" presName="sibTrans" presStyleCnt="0"/>
      <dgm:spPr/>
    </dgm:pt>
    <dgm:pt modelId="{AAA60386-0A98-4FD9-8CEE-CC0CEBA6C3B0}" type="pres">
      <dgm:prSet presAssocID="{9E276467-7C59-409D-8987-F11336031B55}" presName="compNode" presStyleCnt="0"/>
      <dgm:spPr/>
    </dgm:pt>
    <dgm:pt modelId="{B52B7B29-8EE2-487F-AC26-82FC9F25B8E1}" type="pres">
      <dgm:prSet presAssocID="{9E276467-7C59-409D-8987-F11336031B55}" presName="bgRect" presStyleLbl="bgShp" presStyleIdx="1" presStyleCnt="5"/>
      <dgm:spPr/>
    </dgm:pt>
    <dgm:pt modelId="{FB8DEE35-2C44-45F6-AE7D-E8AD2D6E4DBD}" type="pres">
      <dgm:prSet presAssocID="{9E276467-7C59-409D-8987-F11336031B5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14A4D770-B667-4F70-BB2F-B0F7513F4866}" type="pres">
      <dgm:prSet presAssocID="{9E276467-7C59-409D-8987-F11336031B55}" presName="spaceRect" presStyleCnt="0"/>
      <dgm:spPr/>
    </dgm:pt>
    <dgm:pt modelId="{F81B1839-B005-4643-87EC-189094AFBDDB}" type="pres">
      <dgm:prSet presAssocID="{9E276467-7C59-409D-8987-F11336031B55}" presName="parTx" presStyleLbl="revTx" presStyleIdx="1" presStyleCnt="5">
        <dgm:presLayoutVars>
          <dgm:chMax val="0"/>
          <dgm:chPref val="0"/>
        </dgm:presLayoutVars>
      </dgm:prSet>
      <dgm:spPr/>
    </dgm:pt>
    <dgm:pt modelId="{EEA9463C-73C6-4657-8D57-A61B3CE1B6C7}" type="pres">
      <dgm:prSet presAssocID="{078EEAF5-0528-477C-9EB0-F3B51366C192}" presName="sibTrans" presStyleCnt="0"/>
      <dgm:spPr/>
    </dgm:pt>
    <dgm:pt modelId="{EDC1D851-E14D-4F67-8A67-A2A7FBEC98B2}" type="pres">
      <dgm:prSet presAssocID="{51F606E0-2CA3-4BFA-A4C5-A096BC3947BB}" presName="compNode" presStyleCnt="0"/>
      <dgm:spPr/>
    </dgm:pt>
    <dgm:pt modelId="{FA99BCC7-807F-4049-BB8E-A439ACBDABFA}" type="pres">
      <dgm:prSet presAssocID="{51F606E0-2CA3-4BFA-A4C5-A096BC3947BB}" presName="bgRect" presStyleLbl="bgShp" presStyleIdx="2" presStyleCnt="5"/>
      <dgm:spPr/>
    </dgm:pt>
    <dgm:pt modelId="{74B8A52E-005A-4238-9BBF-C393AD341F3D}" type="pres">
      <dgm:prSet presAssocID="{51F606E0-2CA3-4BFA-A4C5-A096BC3947B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inimize"/>
        </a:ext>
      </dgm:extLst>
    </dgm:pt>
    <dgm:pt modelId="{5F15FDD5-BA38-4C5F-9CE4-D41169D84392}" type="pres">
      <dgm:prSet presAssocID="{51F606E0-2CA3-4BFA-A4C5-A096BC3947BB}" presName="spaceRect" presStyleCnt="0"/>
      <dgm:spPr/>
    </dgm:pt>
    <dgm:pt modelId="{D158FB62-1CB6-4C4F-88CA-03F2C07B97CC}" type="pres">
      <dgm:prSet presAssocID="{51F606E0-2CA3-4BFA-A4C5-A096BC3947BB}" presName="parTx" presStyleLbl="revTx" presStyleIdx="2" presStyleCnt="5">
        <dgm:presLayoutVars>
          <dgm:chMax val="0"/>
          <dgm:chPref val="0"/>
        </dgm:presLayoutVars>
      </dgm:prSet>
      <dgm:spPr/>
    </dgm:pt>
    <dgm:pt modelId="{6511B263-5E30-40C8-8446-9758615FDA0A}" type="pres">
      <dgm:prSet presAssocID="{86E7F571-1DCB-46A5-95E6-46A6B3815EF1}" presName="sibTrans" presStyleCnt="0"/>
      <dgm:spPr/>
    </dgm:pt>
    <dgm:pt modelId="{A99E4C70-CCD2-4C22-8C43-90EA63F920E5}" type="pres">
      <dgm:prSet presAssocID="{6F5F6CF6-3B53-4895-AC15-6256476D884C}" presName="compNode" presStyleCnt="0"/>
      <dgm:spPr/>
    </dgm:pt>
    <dgm:pt modelId="{F77CE99A-4AEC-435F-AD55-C61FA029C362}" type="pres">
      <dgm:prSet presAssocID="{6F5F6CF6-3B53-4895-AC15-6256476D884C}" presName="bgRect" presStyleLbl="bgShp" presStyleIdx="3" presStyleCnt="5"/>
      <dgm:spPr/>
    </dgm:pt>
    <dgm:pt modelId="{263B7BC3-33CA-4686-91C2-C3E4EB37A9CE}" type="pres">
      <dgm:prSet presAssocID="{6F5F6CF6-3B53-4895-AC15-6256476D884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E1470D8B-4B27-49EF-BF86-802E78DC0DB4}" type="pres">
      <dgm:prSet presAssocID="{6F5F6CF6-3B53-4895-AC15-6256476D884C}" presName="spaceRect" presStyleCnt="0"/>
      <dgm:spPr/>
    </dgm:pt>
    <dgm:pt modelId="{10B5E701-5487-4673-B282-2641B13647A3}" type="pres">
      <dgm:prSet presAssocID="{6F5F6CF6-3B53-4895-AC15-6256476D884C}" presName="parTx" presStyleLbl="revTx" presStyleIdx="3" presStyleCnt="5">
        <dgm:presLayoutVars>
          <dgm:chMax val="0"/>
          <dgm:chPref val="0"/>
        </dgm:presLayoutVars>
      </dgm:prSet>
      <dgm:spPr/>
    </dgm:pt>
    <dgm:pt modelId="{B6E21105-1385-47DB-A98A-B1FF763948C7}" type="pres">
      <dgm:prSet presAssocID="{BF3FA530-6048-42C0-8B5F-67606640B775}" presName="sibTrans" presStyleCnt="0"/>
      <dgm:spPr/>
    </dgm:pt>
    <dgm:pt modelId="{C914AC60-1E44-45E8-8EFA-37B5FF0F4890}" type="pres">
      <dgm:prSet presAssocID="{94C58FA5-AD13-48D0-9204-84EF2FCBEEBB}" presName="compNode" presStyleCnt="0"/>
      <dgm:spPr/>
    </dgm:pt>
    <dgm:pt modelId="{A7FDCCD5-5699-4CCB-A08D-27DB8267408D}" type="pres">
      <dgm:prSet presAssocID="{94C58FA5-AD13-48D0-9204-84EF2FCBEEBB}" presName="bgRect" presStyleLbl="bgShp" presStyleIdx="4" presStyleCnt="5"/>
      <dgm:spPr/>
    </dgm:pt>
    <dgm:pt modelId="{AD743E9B-AC20-4954-97B1-9AB637B26956}" type="pres">
      <dgm:prSet presAssocID="{94C58FA5-AD13-48D0-9204-84EF2FCBEEB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s"/>
        </a:ext>
      </dgm:extLst>
    </dgm:pt>
    <dgm:pt modelId="{C1FE8DD5-2132-4DA2-8053-761417DDA4F2}" type="pres">
      <dgm:prSet presAssocID="{94C58FA5-AD13-48D0-9204-84EF2FCBEEBB}" presName="spaceRect" presStyleCnt="0"/>
      <dgm:spPr/>
    </dgm:pt>
    <dgm:pt modelId="{B33EE528-CC43-46B6-8444-6262403D29E7}" type="pres">
      <dgm:prSet presAssocID="{94C58FA5-AD13-48D0-9204-84EF2FCBEEBB}" presName="parTx" presStyleLbl="revTx" presStyleIdx="4" presStyleCnt="5">
        <dgm:presLayoutVars>
          <dgm:chMax val="0"/>
          <dgm:chPref val="0"/>
        </dgm:presLayoutVars>
      </dgm:prSet>
      <dgm:spPr/>
    </dgm:pt>
  </dgm:ptLst>
  <dgm:cxnLst>
    <dgm:cxn modelId="{4223791F-852D-44FB-9EFC-4A388863A137}" type="presOf" srcId="{51F606E0-2CA3-4BFA-A4C5-A096BC3947BB}" destId="{D158FB62-1CB6-4C4F-88CA-03F2C07B97CC}" srcOrd="0" destOrd="0" presId="urn:microsoft.com/office/officeart/2018/2/layout/IconVerticalSolidList"/>
    <dgm:cxn modelId="{CDC14368-0376-4A2B-9724-F4FF1A68B291}" srcId="{A0A85041-13BC-4EE8-AF31-769ED0512BF1}" destId="{90F872DE-F5A0-4365-8080-FAE33BD5B062}" srcOrd="0" destOrd="0" parTransId="{E9DABE1E-7B04-46C1-8B32-2B262062386A}" sibTransId="{FAAE2CC3-41AC-4478-A86D-F779AC34F16B}"/>
    <dgm:cxn modelId="{6FDD0472-92EC-471F-A2A7-8A1413A2352A}" srcId="{A0A85041-13BC-4EE8-AF31-769ED0512BF1}" destId="{51F606E0-2CA3-4BFA-A4C5-A096BC3947BB}" srcOrd="2" destOrd="0" parTransId="{A83987D9-8BC1-47D8-8A5B-BC8BFD305C3B}" sibTransId="{86E7F571-1DCB-46A5-95E6-46A6B3815EF1}"/>
    <dgm:cxn modelId="{466F3373-DA7E-4296-94D6-81126778F9B9}" srcId="{A0A85041-13BC-4EE8-AF31-769ED0512BF1}" destId="{9E276467-7C59-409D-8987-F11336031B55}" srcOrd="1" destOrd="0" parTransId="{48D4BFBD-6754-4441-BC42-2F8E8838E5EA}" sibTransId="{078EEAF5-0528-477C-9EB0-F3B51366C192}"/>
    <dgm:cxn modelId="{226D919A-FC74-4507-B634-40EBB18C710B}" srcId="{A0A85041-13BC-4EE8-AF31-769ED0512BF1}" destId="{94C58FA5-AD13-48D0-9204-84EF2FCBEEBB}" srcOrd="4" destOrd="0" parTransId="{0379769C-1050-4D11-BAF2-7B6288B0F6C1}" sibTransId="{D62964A5-D372-4FD6-BEF3-0E65B5A91DC2}"/>
    <dgm:cxn modelId="{7F641DB6-061A-4340-8299-DB04CDF48F28}" type="presOf" srcId="{A0A85041-13BC-4EE8-AF31-769ED0512BF1}" destId="{9ADFDAAF-61FE-49B8-8EE9-3A1831CF6032}" srcOrd="0" destOrd="0" presId="urn:microsoft.com/office/officeart/2018/2/layout/IconVerticalSolidList"/>
    <dgm:cxn modelId="{F4EDB4BC-A7C4-4F7F-9202-52DEF2AE827C}" type="presOf" srcId="{6F5F6CF6-3B53-4895-AC15-6256476D884C}" destId="{10B5E701-5487-4673-B282-2641B13647A3}" srcOrd="0" destOrd="0" presId="urn:microsoft.com/office/officeart/2018/2/layout/IconVerticalSolidList"/>
    <dgm:cxn modelId="{EF54FCC0-6271-4B98-8477-A4CFF9B6E3AC}" type="presOf" srcId="{9E276467-7C59-409D-8987-F11336031B55}" destId="{F81B1839-B005-4643-87EC-189094AFBDDB}" srcOrd="0" destOrd="0" presId="urn:microsoft.com/office/officeart/2018/2/layout/IconVerticalSolidList"/>
    <dgm:cxn modelId="{02ABEDD0-8564-4C51-8E45-8D321967A07D}" srcId="{A0A85041-13BC-4EE8-AF31-769ED0512BF1}" destId="{6F5F6CF6-3B53-4895-AC15-6256476D884C}" srcOrd="3" destOrd="0" parTransId="{2469CBCE-A989-4F07-B504-0700A5C52593}" sibTransId="{BF3FA530-6048-42C0-8B5F-67606640B775}"/>
    <dgm:cxn modelId="{A30E94D1-4536-4EA6-A9BC-B2493F5E1DB7}" type="presOf" srcId="{94C58FA5-AD13-48D0-9204-84EF2FCBEEBB}" destId="{B33EE528-CC43-46B6-8444-6262403D29E7}" srcOrd="0" destOrd="0" presId="urn:microsoft.com/office/officeart/2018/2/layout/IconVerticalSolidList"/>
    <dgm:cxn modelId="{03F1A4E8-4959-415F-B7EE-E714A8248F59}" type="presOf" srcId="{90F872DE-F5A0-4365-8080-FAE33BD5B062}" destId="{576DC68C-9FB7-47C9-9C87-706DA24E26AD}" srcOrd="0" destOrd="0" presId="urn:microsoft.com/office/officeart/2018/2/layout/IconVerticalSolidList"/>
    <dgm:cxn modelId="{A1586759-C9AC-4662-934B-11D400EC3F42}" type="presParOf" srcId="{9ADFDAAF-61FE-49B8-8EE9-3A1831CF6032}" destId="{EBADE049-BEF7-4BC4-8D6D-FAE4DA3F27FE}" srcOrd="0" destOrd="0" presId="urn:microsoft.com/office/officeart/2018/2/layout/IconVerticalSolidList"/>
    <dgm:cxn modelId="{9B62B956-3549-4E9E-AA60-774C013F32E7}" type="presParOf" srcId="{EBADE049-BEF7-4BC4-8D6D-FAE4DA3F27FE}" destId="{2D53D5FE-5305-4C86-8602-A9B893477BFE}" srcOrd="0" destOrd="0" presId="urn:microsoft.com/office/officeart/2018/2/layout/IconVerticalSolidList"/>
    <dgm:cxn modelId="{FCFDBE92-945C-451E-9246-EEEC6D018CE4}" type="presParOf" srcId="{EBADE049-BEF7-4BC4-8D6D-FAE4DA3F27FE}" destId="{9BC3404E-8DCA-47C7-A266-722DBF361361}" srcOrd="1" destOrd="0" presId="urn:microsoft.com/office/officeart/2018/2/layout/IconVerticalSolidList"/>
    <dgm:cxn modelId="{F8198531-20CC-4399-B65A-ED9DE05118D9}" type="presParOf" srcId="{EBADE049-BEF7-4BC4-8D6D-FAE4DA3F27FE}" destId="{DF011382-B5F1-455A-BA7C-0C3682030C17}" srcOrd="2" destOrd="0" presId="urn:microsoft.com/office/officeart/2018/2/layout/IconVerticalSolidList"/>
    <dgm:cxn modelId="{17B4237B-7F1D-4539-BFA1-3F13641C932A}" type="presParOf" srcId="{EBADE049-BEF7-4BC4-8D6D-FAE4DA3F27FE}" destId="{576DC68C-9FB7-47C9-9C87-706DA24E26AD}" srcOrd="3" destOrd="0" presId="urn:microsoft.com/office/officeart/2018/2/layout/IconVerticalSolidList"/>
    <dgm:cxn modelId="{7016FBC7-CBC6-412A-A720-283B2F302DC6}" type="presParOf" srcId="{9ADFDAAF-61FE-49B8-8EE9-3A1831CF6032}" destId="{79E8B063-0924-4FB3-8EC3-CB02DB4581D7}" srcOrd="1" destOrd="0" presId="urn:microsoft.com/office/officeart/2018/2/layout/IconVerticalSolidList"/>
    <dgm:cxn modelId="{FE9E0C4E-6913-48A6-938C-DD4281D1760D}" type="presParOf" srcId="{9ADFDAAF-61FE-49B8-8EE9-3A1831CF6032}" destId="{AAA60386-0A98-4FD9-8CEE-CC0CEBA6C3B0}" srcOrd="2" destOrd="0" presId="urn:microsoft.com/office/officeart/2018/2/layout/IconVerticalSolidList"/>
    <dgm:cxn modelId="{5BB89F12-04DD-4824-A98D-855BEA6F06FE}" type="presParOf" srcId="{AAA60386-0A98-4FD9-8CEE-CC0CEBA6C3B0}" destId="{B52B7B29-8EE2-487F-AC26-82FC9F25B8E1}" srcOrd="0" destOrd="0" presId="urn:microsoft.com/office/officeart/2018/2/layout/IconVerticalSolidList"/>
    <dgm:cxn modelId="{FEA340CE-BD60-4944-94DF-13B4058406E6}" type="presParOf" srcId="{AAA60386-0A98-4FD9-8CEE-CC0CEBA6C3B0}" destId="{FB8DEE35-2C44-45F6-AE7D-E8AD2D6E4DBD}" srcOrd="1" destOrd="0" presId="urn:microsoft.com/office/officeart/2018/2/layout/IconVerticalSolidList"/>
    <dgm:cxn modelId="{3ED93E08-1B4B-497E-B39A-C81FCD644979}" type="presParOf" srcId="{AAA60386-0A98-4FD9-8CEE-CC0CEBA6C3B0}" destId="{14A4D770-B667-4F70-BB2F-B0F7513F4866}" srcOrd="2" destOrd="0" presId="urn:microsoft.com/office/officeart/2018/2/layout/IconVerticalSolidList"/>
    <dgm:cxn modelId="{15411F7D-0A54-4776-993B-93B1466466FE}" type="presParOf" srcId="{AAA60386-0A98-4FD9-8CEE-CC0CEBA6C3B0}" destId="{F81B1839-B005-4643-87EC-189094AFBDDB}" srcOrd="3" destOrd="0" presId="urn:microsoft.com/office/officeart/2018/2/layout/IconVerticalSolidList"/>
    <dgm:cxn modelId="{525124C2-058A-48F5-9D8C-E23D0F894CD2}" type="presParOf" srcId="{9ADFDAAF-61FE-49B8-8EE9-3A1831CF6032}" destId="{EEA9463C-73C6-4657-8D57-A61B3CE1B6C7}" srcOrd="3" destOrd="0" presId="urn:microsoft.com/office/officeart/2018/2/layout/IconVerticalSolidList"/>
    <dgm:cxn modelId="{A17B55EB-B91E-4DD4-8B60-6E5F980837D8}" type="presParOf" srcId="{9ADFDAAF-61FE-49B8-8EE9-3A1831CF6032}" destId="{EDC1D851-E14D-4F67-8A67-A2A7FBEC98B2}" srcOrd="4" destOrd="0" presId="urn:microsoft.com/office/officeart/2018/2/layout/IconVerticalSolidList"/>
    <dgm:cxn modelId="{D98277B9-9D27-4EEC-B451-DBB8C5C9759D}" type="presParOf" srcId="{EDC1D851-E14D-4F67-8A67-A2A7FBEC98B2}" destId="{FA99BCC7-807F-4049-BB8E-A439ACBDABFA}" srcOrd="0" destOrd="0" presId="urn:microsoft.com/office/officeart/2018/2/layout/IconVerticalSolidList"/>
    <dgm:cxn modelId="{3601643A-C015-4AEA-9030-00B58EDDC11C}" type="presParOf" srcId="{EDC1D851-E14D-4F67-8A67-A2A7FBEC98B2}" destId="{74B8A52E-005A-4238-9BBF-C393AD341F3D}" srcOrd="1" destOrd="0" presId="urn:microsoft.com/office/officeart/2018/2/layout/IconVerticalSolidList"/>
    <dgm:cxn modelId="{7124B923-B793-475F-8FE2-84590BBAF42A}" type="presParOf" srcId="{EDC1D851-E14D-4F67-8A67-A2A7FBEC98B2}" destId="{5F15FDD5-BA38-4C5F-9CE4-D41169D84392}" srcOrd="2" destOrd="0" presId="urn:microsoft.com/office/officeart/2018/2/layout/IconVerticalSolidList"/>
    <dgm:cxn modelId="{03575CB4-858B-40EC-BC1F-0EF7E3435541}" type="presParOf" srcId="{EDC1D851-E14D-4F67-8A67-A2A7FBEC98B2}" destId="{D158FB62-1CB6-4C4F-88CA-03F2C07B97CC}" srcOrd="3" destOrd="0" presId="urn:microsoft.com/office/officeart/2018/2/layout/IconVerticalSolidList"/>
    <dgm:cxn modelId="{9D97EE40-74E0-4467-852E-23BE2B6F29C9}" type="presParOf" srcId="{9ADFDAAF-61FE-49B8-8EE9-3A1831CF6032}" destId="{6511B263-5E30-40C8-8446-9758615FDA0A}" srcOrd="5" destOrd="0" presId="urn:microsoft.com/office/officeart/2018/2/layout/IconVerticalSolidList"/>
    <dgm:cxn modelId="{E8353845-DB51-4BCC-9CF4-765D220EB9BD}" type="presParOf" srcId="{9ADFDAAF-61FE-49B8-8EE9-3A1831CF6032}" destId="{A99E4C70-CCD2-4C22-8C43-90EA63F920E5}" srcOrd="6" destOrd="0" presId="urn:microsoft.com/office/officeart/2018/2/layout/IconVerticalSolidList"/>
    <dgm:cxn modelId="{5CABB60C-8AC1-4D32-9054-B56CC05FF073}" type="presParOf" srcId="{A99E4C70-CCD2-4C22-8C43-90EA63F920E5}" destId="{F77CE99A-4AEC-435F-AD55-C61FA029C362}" srcOrd="0" destOrd="0" presId="urn:microsoft.com/office/officeart/2018/2/layout/IconVerticalSolidList"/>
    <dgm:cxn modelId="{B680039B-FE84-48D0-902C-BCD7E7354180}" type="presParOf" srcId="{A99E4C70-CCD2-4C22-8C43-90EA63F920E5}" destId="{263B7BC3-33CA-4686-91C2-C3E4EB37A9CE}" srcOrd="1" destOrd="0" presId="urn:microsoft.com/office/officeart/2018/2/layout/IconVerticalSolidList"/>
    <dgm:cxn modelId="{B89FDF9E-087E-4FE9-B78D-90A1CD8D76EC}" type="presParOf" srcId="{A99E4C70-CCD2-4C22-8C43-90EA63F920E5}" destId="{E1470D8B-4B27-49EF-BF86-802E78DC0DB4}" srcOrd="2" destOrd="0" presId="urn:microsoft.com/office/officeart/2018/2/layout/IconVerticalSolidList"/>
    <dgm:cxn modelId="{9B6FDC2F-8D31-473D-9D30-A61D71FA19C6}" type="presParOf" srcId="{A99E4C70-CCD2-4C22-8C43-90EA63F920E5}" destId="{10B5E701-5487-4673-B282-2641B13647A3}" srcOrd="3" destOrd="0" presId="urn:microsoft.com/office/officeart/2018/2/layout/IconVerticalSolidList"/>
    <dgm:cxn modelId="{C0D981D5-D086-4CA6-8CF1-201C65C0ECEA}" type="presParOf" srcId="{9ADFDAAF-61FE-49B8-8EE9-3A1831CF6032}" destId="{B6E21105-1385-47DB-A98A-B1FF763948C7}" srcOrd="7" destOrd="0" presId="urn:microsoft.com/office/officeart/2018/2/layout/IconVerticalSolidList"/>
    <dgm:cxn modelId="{6585C412-69ED-4418-AEB6-DB38AF6544C7}" type="presParOf" srcId="{9ADFDAAF-61FE-49B8-8EE9-3A1831CF6032}" destId="{C914AC60-1E44-45E8-8EFA-37B5FF0F4890}" srcOrd="8" destOrd="0" presId="urn:microsoft.com/office/officeart/2018/2/layout/IconVerticalSolidList"/>
    <dgm:cxn modelId="{373BD6EC-415C-4E6D-BF89-FA940E8889A3}" type="presParOf" srcId="{C914AC60-1E44-45E8-8EFA-37B5FF0F4890}" destId="{A7FDCCD5-5699-4CCB-A08D-27DB8267408D}" srcOrd="0" destOrd="0" presId="urn:microsoft.com/office/officeart/2018/2/layout/IconVerticalSolidList"/>
    <dgm:cxn modelId="{9A0B351F-97EA-4693-9B84-084A58A859FE}" type="presParOf" srcId="{C914AC60-1E44-45E8-8EFA-37B5FF0F4890}" destId="{AD743E9B-AC20-4954-97B1-9AB637B26956}" srcOrd="1" destOrd="0" presId="urn:microsoft.com/office/officeart/2018/2/layout/IconVerticalSolidList"/>
    <dgm:cxn modelId="{3E466C6B-8ECB-4EAE-AEEE-AC814DBA134C}" type="presParOf" srcId="{C914AC60-1E44-45E8-8EFA-37B5FF0F4890}" destId="{C1FE8DD5-2132-4DA2-8053-761417DDA4F2}" srcOrd="2" destOrd="0" presId="urn:microsoft.com/office/officeart/2018/2/layout/IconVerticalSolidList"/>
    <dgm:cxn modelId="{44A27283-7517-46ED-A1CF-8608C490558F}" type="presParOf" srcId="{C914AC60-1E44-45E8-8EFA-37B5FF0F4890}" destId="{B33EE528-CC43-46B6-8444-6262403D29E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A8378CD-37A6-4BC4-BBEE-13F736DB21A1}" type="doc">
      <dgm:prSet loTypeId="urn:microsoft.com/office/officeart/2016/7/layout/VerticalHollowActionList" loCatId="List" qsTypeId="urn:microsoft.com/office/officeart/2005/8/quickstyle/simple1" qsCatId="simple" csTypeId="urn:microsoft.com/office/officeart/2005/8/colors/accent1_2" csCatId="accent1" phldr="1"/>
      <dgm:spPr/>
      <dgm:t>
        <a:bodyPr/>
        <a:lstStyle/>
        <a:p>
          <a:endParaRPr lang="en-US"/>
        </a:p>
      </dgm:t>
    </dgm:pt>
    <dgm:pt modelId="{732F91F4-5E07-4D9A-8134-9D686DADEC14}">
      <dgm:prSet/>
      <dgm:spPr/>
      <dgm:t>
        <a:bodyPr/>
        <a:lstStyle/>
        <a:p>
          <a:r>
            <a:rPr lang="en-US"/>
            <a:t>Share</a:t>
          </a:r>
        </a:p>
      </dgm:t>
    </dgm:pt>
    <dgm:pt modelId="{C89BD1FF-7DD0-4BC6-B56B-758AEA8EE2EC}" type="parTrans" cxnId="{E7F308D7-A33B-453A-A060-8538B3D586ED}">
      <dgm:prSet/>
      <dgm:spPr/>
      <dgm:t>
        <a:bodyPr/>
        <a:lstStyle/>
        <a:p>
          <a:endParaRPr lang="en-US"/>
        </a:p>
      </dgm:t>
    </dgm:pt>
    <dgm:pt modelId="{09CE6393-0A52-4F3F-BDFF-8453950934F6}" type="sibTrans" cxnId="{E7F308D7-A33B-453A-A060-8538B3D586ED}">
      <dgm:prSet/>
      <dgm:spPr/>
      <dgm:t>
        <a:bodyPr/>
        <a:lstStyle/>
        <a:p>
          <a:endParaRPr lang="en-US"/>
        </a:p>
      </dgm:t>
    </dgm:pt>
    <dgm:pt modelId="{943DDC83-DA55-4F30-93A3-A99C5499F074}">
      <dgm:prSet/>
      <dgm:spPr/>
      <dgm:t>
        <a:bodyPr/>
        <a:lstStyle/>
        <a:p>
          <a:r>
            <a:rPr lang="en-US"/>
            <a:t>Share how you are using AI and how it is working for you.</a:t>
          </a:r>
        </a:p>
      </dgm:t>
    </dgm:pt>
    <dgm:pt modelId="{9B5CC4E3-8CD8-465C-A802-B007FB744184}" type="parTrans" cxnId="{7D7D4B8C-62CA-411F-ACBA-B85E4C9C9786}">
      <dgm:prSet/>
      <dgm:spPr/>
      <dgm:t>
        <a:bodyPr/>
        <a:lstStyle/>
        <a:p>
          <a:endParaRPr lang="en-US"/>
        </a:p>
      </dgm:t>
    </dgm:pt>
    <dgm:pt modelId="{B2FD596A-3C06-418D-AF75-836D9E3BE7A8}" type="sibTrans" cxnId="{7D7D4B8C-62CA-411F-ACBA-B85E4C9C9786}">
      <dgm:prSet/>
      <dgm:spPr/>
      <dgm:t>
        <a:bodyPr/>
        <a:lstStyle/>
        <a:p>
          <a:endParaRPr lang="en-US"/>
        </a:p>
      </dgm:t>
    </dgm:pt>
    <dgm:pt modelId="{92A9A863-B7E3-4C3C-8FAF-7BE6512E8B1D}">
      <dgm:prSet/>
      <dgm:spPr/>
      <dgm:t>
        <a:bodyPr/>
        <a:lstStyle/>
        <a:p>
          <a:r>
            <a:rPr lang="en-US"/>
            <a:t>Foster</a:t>
          </a:r>
        </a:p>
      </dgm:t>
    </dgm:pt>
    <dgm:pt modelId="{47EA07B2-F202-4C57-BF23-5D2CC7DE24EB}" type="parTrans" cxnId="{1B6D11C0-69CF-4E5C-8D90-C93BD586944A}">
      <dgm:prSet/>
      <dgm:spPr/>
      <dgm:t>
        <a:bodyPr/>
        <a:lstStyle/>
        <a:p>
          <a:endParaRPr lang="en-US"/>
        </a:p>
      </dgm:t>
    </dgm:pt>
    <dgm:pt modelId="{D37A041C-A048-47A6-A318-E8502DE08829}" type="sibTrans" cxnId="{1B6D11C0-69CF-4E5C-8D90-C93BD586944A}">
      <dgm:prSet/>
      <dgm:spPr/>
      <dgm:t>
        <a:bodyPr/>
        <a:lstStyle/>
        <a:p>
          <a:endParaRPr lang="en-US"/>
        </a:p>
      </dgm:t>
    </dgm:pt>
    <dgm:pt modelId="{4095C971-60DB-439A-8E01-2287785F9CD1}">
      <dgm:prSet/>
      <dgm:spPr/>
      <dgm:t>
        <a:bodyPr/>
        <a:lstStyle/>
        <a:p>
          <a:r>
            <a:rPr lang="en-US"/>
            <a:t>Foster staff sharing of what is working and what isn’t.</a:t>
          </a:r>
        </a:p>
      </dgm:t>
    </dgm:pt>
    <dgm:pt modelId="{0DD25205-6027-48B1-8255-6D20072EC365}" type="parTrans" cxnId="{49CEED3F-F6B8-4117-B8D8-7C434FF5B113}">
      <dgm:prSet/>
      <dgm:spPr/>
      <dgm:t>
        <a:bodyPr/>
        <a:lstStyle/>
        <a:p>
          <a:endParaRPr lang="en-US"/>
        </a:p>
      </dgm:t>
    </dgm:pt>
    <dgm:pt modelId="{F2391CF3-96E7-4E9F-B9E9-6F06F9737A1C}" type="sibTrans" cxnId="{49CEED3F-F6B8-4117-B8D8-7C434FF5B113}">
      <dgm:prSet/>
      <dgm:spPr/>
      <dgm:t>
        <a:bodyPr/>
        <a:lstStyle/>
        <a:p>
          <a:endParaRPr lang="en-US"/>
        </a:p>
      </dgm:t>
    </dgm:pt>
    <dgm:pt modelId="{E8AEAAF0-D6CE-4D64-A882-681756BEDA45}">
      <dgm:prSet/>
      <dgm:spPr/>
      <dgm:t>
        <a:bodyPr/>
        <a:lstStyle/>
        <a:p>
          <a:r>
            <a:rPr lang="en-US" dirty="0"/>
            <a:t>Train</a:t>
          </a:r>
        </a:p>
      </dgm:t>
    </dgm:pt>
    <dgm:pt modelId="{0837DCD9-FA0E-4B45-89A5-E049581D7F3C}" type="parTrans" cxnId="{4651E08C-81AA-4EA3-A997-474C0093559E}">
      <dgm:prSet/>
      <dgm:spPr/>
      <dgm:t>
        <a:bodyPr/>
        <a:lstStyle/>
        <a:p>
          <a:endParaRPr lang="en-US"/>
        </a:p>
      </dgm:t>
    </dgm:pt>
    <dgm:pt modelId="{C1045275-CCDC-4638-ADBE-58416118EAB4}" type="sibTrans" cxnId="{4651E08C-81AA-4EA3-A997-474C0093559E}">
      <dgm:prSet/>
      <dgm:spPr/>
      <dgm:t>
        <a:bodyPr/>
        <a:lstStyle/>
        <a:p>
          <a:endParaRPr lang="en-US"/>
        </a:p>
      </dgm:t>
    </dgm:pt>
    <dgm:pt modelId="{0CF27111-97A0-4C4F-96F3-1F6A9AD01229}">
      <dgm:prSet/>
      <dgm:spPr/>
      <dgm:t>
        <a:bodyPr/>
        <a:lstStyle/>
        <a:p>
          <a:r>
            <a:rPr lang="en-US" dirty="0"/>
            <a:t>Continue to offer training and short updates on new features.</a:t>
          </a:r>
        </a:p>
      </dgm:t>
    </dgm:pt>
    <dgm:pt modelId="{49278149-5B81-4EAE-A3CE-9A587678C11B}" type="parTrans" cxnId="{2B4C10FE-2960-4468-9650-FDB8F8B4042C}">
      <dgm:prSet/>
      <dgm:spPr/>
      <dgm:t>
        <a:bodyPr/>
        <a:lstStyle/>
        <a:p>
          <a:endParaRPr lang="en-US"/>
        </a:p>
      </dgm:t>
    </dgm:pt>
    <dgm:pt modelId="{CF17ED26-5A5B-4BB9-ABDC-DF09113EB935}" type="sibTrans" cxnId="{2B4C10FE-2960-4468-9650-FDB8F8B4042C}">
      <dgm:prSet/>
      <dgm:spPr/>
      <dgm:t>
        <a:bodyPr/>
        <a:lstStyle/>
        <a:p>
          <a:endParaRPr lang="en-US"/>
        </a:p>
      </dgm:t>
    </dgm:pt>
    <dgm:pt modelId="{2643E7D3-EEA7-4A97-A6DF-9E4972CE8659}">
      <dgm:prSet/>
      <dgm:spPr/>
      <dgm:t>
        <a:bodyPr/>
        <a:lstStyle/>
        <a:p>
          <a:r>
            <a:rPr lang="en-US"/>
            <a:t>Educate</a:t>
          </a:r>
        </a:p>
      </dgm:t>
    </dgm:pt>
    <dgm:pt modelId="{96700989-F12A-4494-879D-E959F7FA5253}" type="parTrans" cxnId="{22594CCD-A015-4DCE-B788-79AC09B1761B}">
      <dgm:prSet/>
      <dgm:spPr/>
      <dgm:t>
        <a:bodyPr/>
        <a:lstStyle/>
        <a:p>
          <a:endParaRPr lang="en-US"/>
        </a:p>
      </dgm:t>
    </dgm:pt>
    <dgm:pt modelId="{3CFDCEB0-A2BD-4149-945E-50F9476579AF}" type="sibTrans" cxnId="{22594CCD-A015-4DCE-B788-79AC09B1761B}">
      <dgm:prSet/>
      <dgm:spPr/>
      <dgm:t>
        <a:bodyPr/>
        <a:lstStyle/>
        <a:p>
          <a:endParaRPr lang="en-US"/>
        </a:p>
      </dgm:t>
    </dgm:pt>
    <dgm:pt modelId="{63824369-CC6E-4297-B6E1-16B5538F4B34}">
      <dgm:prSet/>
      <dgm:spPr/>
      <dgm:t>
        <a:bodyPr/>
        <a:lstStyle/>
        <a:p>
          <a:r>
            <a:rPr lang="en-US"/>
            <a:t>Educate staff about new, potential risks.</a:t>
          </a:r>
        </a:p>
      </dgm:t>
    </dgm:pt>
    <dgm:pt modelId="{9BACD612-A32F-4CAF-8523-38798D6E3663}" type="parTrans" cxnId="{5AB41D9A-99D2-4459-AF9B-EAF74B1067C6}">
      <dgm:prSet/>
      <dgm:spPr/>
      <dgm:t>
        <a:bodyPr/>
        <a:lstStyle/>
        <a:p>
          <a:endParaRPr lang="en-US"/>
        </a:p>
      </dgm:t>
    </dgm:pt>
    <dgm:pt modelId="{FDA2CF56-E234-4ADA-9CD1-01C64DA76A28}" type="sibTrans" cxnId="{5AB41D9A-99D2-4459-AF9B-EAF74B1067C6}">
      <dgm:prSet/>
      <dgm:spPr/>
      <dgm:t>
        <a:bodyPr/>
        <a:lstStyle/>
        <a:p>
          <a:endParaRPr lang="en-US"/>
        </a:p>
      </dgm:t>
    </dgm:pt>
    <dgm:pt modelId="{BE13A08D-D34B-4FFC-B961-0C704E20D3D2}" type="pres">
      <dgm:prSet presAssocID="{0A8378CD-37A6-4BC4-BBEE-13F736DB21A1}" presName="Name0" presStyleCnt="0">
        <dgm:presLayoutVars>
          <dgm:dir/>
          <dgm:animLvl val="lvl"/>
          <dgm:resizeHandles val="exact"/>
        </dgm:presLayoutVars>
      </dgm:prSet>
      <dgm:spPr/>
    </dgm:pt>
    <dgm:pt modelId="{FE6033A5-7B28-4A00-A41B-308709BD6479}" type="pres">
      <dgm:prSet presAssocID="{732F91F4-5E07-4D9A-8134-9D686DADEC14}" presName="linNode" presStyleCnt="0"/>
      <dgm:spPr/>
    </dgm:pt>
    <dgm:pt modelId="{BF8574B7-4AFD-400C-B2CE-8889A21EEB3B}" type="pres">
      <dgm:prSet presAssocID="{732F91F4-5E07-4D9A-8134-9D686DADEC14}" presName="parentText" presStyleLbl="solidFgAcc1" presStyleIdx="0" presStyleCnt="4">
        <dgm:presLayoutVars>
          <dgm:chMax val="1"/>
          <dgm:bulletEnabled/>
        </dgm:presLayoutVars>
      </dgm:prSet>
      <dgm:spPr/>
    </dgm:pt>
    <dgm:pt modelId="{C05BAEC8-ED4F-453A-9421-E8483E40EAEB}" type="pres">
      <dgm:prSet presAssocID="{732F91F4-5E07-4D9A-8134-9D686DADEC14}" presName="descendantText" presStyleLbl="alignNode1" presStyleIdx="0" presStyleCnt="4">
        <dgm:presLayoutVars>
          <dgm:bulletEnabled/>
        </dgm:presLayoutVars>
      </dgm:prSet>
      <dgm:spPr/>
    </dgm:pt>
    <dgm:pt modelId="{94ACD3B7-CFF9-430F-B089-0294B6F5120E}" type="pres">
      <dgm:prSet presAssocID="{09CE6393-0A52-4F3F-BDFF-8453950934F6}" presName="sp" presStyleCnt="0"/>
      <dgm:spPr/>
    </dgm:pt>
    <dgm:pt modelId="{9B4B7E8D-8E93-4421-A014-C50BEE9DA27D}" type="pres">
      <dgm:prSet presAssocID="{92A9A863-B7E3-4C3C-8FAF-7BE6512E8B1D}" presName="linNode" presStyleCnt="0"/>
      <dgm:spPr/>
    </dgm:pt>
    <dgm:pt modelId="{94111D8D-7FA4-41F7-89EC-3DA4A84D5F49}" type="pres">
      <dgm:prSet presAssocID="{92A9A863-B7E3-4C3C-8FAF-7BE6512E8B1D}" presName="parentText" presStyleLbl="solidFgAcc1" presStyleIdx="1" presStyleCnt="4">
        <dgm:presLayoutVars>
          <dgm:chMax val="1"/>
          <dgm:bulletEnabled/>
        </dgm:presLayoutVars>
      </dgm:prSet>
      <dgm:spPr/>
    </dgm:pt>
    <dgm:pt modelId="{95A415AB-FF9F-4D4F-A00F-66AEC89C2901}" type="pres">
      <dgm:prSet presAssocID="{92A9A863-B7E3-4C3C-8FAF-7BE6512E8B1D}" presName="descendantText" presStyleLbl="alignNode1" presStyleIdx="1" presStyleCnt="4">
        <dgm:presLayoutVars>
          <dgm:bulletEnabled/>
        </dgm:presLayoutVars>
      </dgm:prSet>
      <dgm:spPr/>
    </dgm:pt>
    <dgm:pt modelId="{409CD4A1-19FA-453F-B5C2-54C460F034AB}" type="pres">
      <dgm:prSet presAssocID="{D37A041C-A048-47A6-A318-E8502DE08829}" presName="sp" presStyleCnt="0"/>
      <dgm:spPr/>
    </dgm:pt>
    <dgm:pt modelId="{517E5C9F-33EE-4338-A379-C5A2308211E5}" type="pres">
      <dgm:prSet presAssocID="{E8AEAAF0-D6CE-4D64-A882-681756BEDA45}" presName="linNode" presStyleCnt="0"/>
      <dgm:spPr/>
    </dgm:pt>
    <dgm:pt modelId="{E99983B1-C931-4BF1-ACEA-E2247788B53B}" type="pres">
      <dgm:prSet presAssocID="{E8AEAAF0-D6CE-4D64-A882-681756BEDA45}" presName="parentText" presStyleLbl="solidFgAcc1" presStyleIdx="2" presStyleCnt="4">
        <dgm:presLayoutVars>
          <dgm:chMax val="1"/>
          <dgm:bulletEnabled/>
        </dgm:presLayoutVars>
      </dgm:prSet>
      <dgm:spPr/>
    </dgm:pt>
    <dgm:pt modelId="{B2F37DB6-FFA1-4E6F-87F1-624D90D0E283}" type="pres">
      <dgm:prSet presAssocID="{E8AEAAF0-D6CE-4D64-A882-681756BEDA45}" presName="descendantText" presStyleLbl="alignNode1" presStyleIdx="2" presStyleCnt="4">
        <dgm:presLayoutVars>
          <dgm:bulletEnabled/>
        </dgm:presLayoutVars>
      </dgm:prSet>
      <dgm:spPr/>
    </dgm:pt>
    <dgm:pt modelId="{6A740195-2EF2-4C5A-99C0-A959AC6DB5CE}" type="pres">
      <dgm:prSet presAssocID="{C1045275-CCDC-4638-ADBE-58416118EAB4}" presName="sp" presStyleCnt="0"/>
      <dgm:spPr/>
    </dgm:pt>
    <dgm:pt modelId="{C24DB702-3ABE-44C8-A613-07FA06C3B5DA}" type="pres">
      <dgm:prSet presAssocID="{2643E7D3-EEA7-4A97-A6DF-9E4972CE8659}" presName="linNode" presStyleCnt="0"/>
      <dgm:spPr/>
    </dgm:pt>
    <dgm:pt modelId="{91F93E9E-6AA2-4419-A6CB-654B2A43311A}" type="pres">
      <dgm:prSet presAssocID="{2643E7D3-EEA7-4A97-A6DF-9E4972CE8659}" presName="parentText" presStyleLbl="solidFgAcc1" presStyleIdx="3" presStyleCnt="4">
        <dgm:presLayoutVars>
          <dgm:chMax val="1"/>
          <dgm:bulletEnabled/>
        </dgm:presLayoutVars>
      </dgm:prSet>
      <dgm:spPr/>
    </dgm:pt>
    <dgm:pt modelId="{8F8B1059-9D33-4E71-9D35-E2CC1E87C5D3}" type="pres">
      <dgm:prSet presAssocID="{2643E7D3-EEA7-4A97-A6DF-9E4972CE8659}" presName="descendantText" presStyleLbl="alignNode1" presStyleIdx="3" presStyleCnt="4">
        <dgm:presLayoutVars>
          <dgm:bulletEnabled/>
        </dgm:presLayoutVars>
      </dgm:prSet>
      <dgm:spPr/>
    </dgm:pt>
  </dgm:ptLst>
  <dgm:cxnLst>
    <dgm:cxn modelId="{52F6F503-F218-40F7-A961-E0597B0116F1}" type="presOf" srcId="{4095C971-60DB-439A-8E01-2287785F9CD1}" destId="{95A415AB-FF9F-4D4F-A00F-66AEC89C2901}" srcOrd="0" destOrd="0" presId="urn:microsoft.com/office/officeart/2016/7/layout/VerticalHollowActionList"/>
    <dgm:cxn modelId="{C45E601A-288B-4906-97EE-848F8F5AD313}" type="presOf" srcId="{732F91F4-5E07-4D9A-8134-9D686DADEC14}" destId="{BF8574B7-4AFD-400C-B2CE-8889A21EEB3B}" srcOrd="0" destOrd="0" presId="urn:microsoft.com/office/officeart/2016/7/layout/VerticalHollowActionList"/>
    <dgm:cxn modelId="{55BFBF3B-5DB7-40B3-99D4-4430B4C12D2D}" type="presOf" srcId="{2643E7D3-EEA7-4A97-A6DF-9E4972CE8659}" destId="{91F93E9E-6AA2-4419-A6CB-654B2A43311A}" srcOrd="0" destOrd="0" presId="urn:microsoft.com/office/officeart/2016/7/layout/VerticalHollowActionList"/>
    <dgm:cxn modelId="{49CEED3F-F6B8-4117-B8D8-7C434FF5B113}" srcId="{92A9A863-B7E3-4C3C-8FAF-7BE6512E8B1D}" destId="{4095C971-60DB-439A-8E01-2287785F9CD1}" srcOrd="0" destOrd="0" parTransId="{0DD25205-6027-48B1-8255-6D20072EC365}" sibTransId="{F2391CF3-96E7-4E9F-B9E9-6F06F9737A1C}"/>
    <dgm:cxn modelId="{EC816A68-EFAA-4A74-AF17-C5BA8475DCB4}" type="presOf" srcId="{943DDC83-DA55-4F30-93A3-A99C5499F074}" destId="{C05BAEC8-ED4F-453A-9421-E8483E40EAEB}" srcOrd="0" destOrd="0" presId="urn:microsoft.com/office/officeart/2016/7/layout/VerticalHollowActionList"/>
    <dgm:cxn modelId="{0EB9A079-703B-4812-ABE6-6EE42EB67FB3}" type="presOf" srcId="{E8AEAAF0-D6CE-4D64-A882-681756BEDA45}" destId="{E99983B1-C931-4BF1-ACEA-E2247788B53B}" srcOrd="0" destOrd="0" presId="urn:microsoft.com/office/officeart/2016/7/layout/VerticalHollowActionList"/>
    <dgm:cxn modelId="{7D7D4B8C-62CA-411F-ACBA-B85E4C9C9786}" srcId="{732F91F4-5E07-4D9A-8134-9D686DADEC14}" destId="{943DDC83-DA55-4F30-93A3-A99C5499F074}" srcOrd="0" destOrd="0" parTransId="{9B5CC4E3-8CD8-465C-A802-B007FB744184}" sibTransId="{B2FD596A-3C06-418D-AF75-836D9E3BE7A8}"/>
    <dgm:cxn modelId="{4651E08C-81AA-4EA3-A997-474C0093559E}" srcId="{0A8378CD-37A6-4BC4-BBEE-13F736DB21A1}" destId="{E8AEAAF0-D6CE-4D64-A882-681756BEDA45}" srcOrd="2" destOrd="0" parTransId="{0837DCD9-FA0E-4B45-89A5-E049581D7F3C}" sibTransId="{C1045275-CCDC-4638-ADBE-58416118EAB4}"/>
    <dgm:cxn modelId="{5AB41D9A-99D2-4459-AF9B-EAF74B1067C6}" srcId="{2643E7D3-EEA7-4A97-A6DF-9E4972CE8659}" destId="{63824369-CC6E-4297-B6E1-16B5538F4B34}" srcOrd="0" destOrd="0" parTransId="{9BACD612-A32F-4CAF-8523-38798D6E3663}" sibTransId="{FDA2CF56-E234-4ADA-9CD1-01C64DA76A28}"/>
    <dgm:cxn modelId="{D57E1DBF-1FBC-4E6C-A71C-18C1364B2C03}" type="presOf" srcId="{92A9A863-B7E3-4C3C-8FAF-7BE6512E8B1D}" destId="{94111D8D-7FA4-41F7-89EC-3DA4A84D5F49}" srcOrd="0" destOrd="0" presId="urn:microsoft.com/office/officeart/2016/7/layout/VerticalHollowActionList"/>
    <dgm:cxn modelId="{1B6D11C0-69CF-4E5C-8D90-C93BD586944A}" srcId="{0A8378CD-37A6-4BC4-BBEE-13F736DB21A1}" destId="{92A9A863-B7E3-4C3C-8FAF-7BE6512E8B1D}" srcOrd="1" destOrd="0" parTransId="{47EA07B2-F202-4C57-BF23-5D2CC7DE24EB}" sibTransId="{D37A041C-A048-47A6-A318-E8502DE08829}"/>
    <dgm:cxn modelId="{8C734CCC-AD1E-411D-8330-ED603D66BA02}" type="presOf" srcId="{0A8378CD-37A6-4BC4-BBEE-13F736DB21A1}" destId="{BE13A08D-D34B-4FFC-B961-0C704E20D3D2}" srcOrd="0" destOrd="0" presId="urn:microsoft.com/office/officeart/2016/7/layout/VerticalHollowActionList"/>
    <dgm:cxn modelId="{22594CCD-A015-4DCE-B788-79AC09B1761B}" srcId="{0A8378CD-37A6-4BC4-BBEE-13F736DB21A1}" destId="{2643E7D3-EEA7-4A97-A6DF-9E4972CE8659}" srcOrd="3" destOrd="0" parTransId="{96700989-F12A-4494-879D-E959F7FA5253}" sibTransId="{3CFDCEB0-A2BD-4149-945E-50F9476579AF}"/>
    <dgm:cxn modelId="{E7F308D7-A33B-453A-A060-8538B3D586ED}" srcId="{0A8378CD-37A6-4BC4-BBEE-13F736DB21A1}" destId="{732F91F4-5E07-4D9A-8134-9D686DADEC14}" srcOrd="0" destOrd="0" parTransId="{C89BD1FF-7DD0-4BC6-B56B-758AEA8EE2EC}" sibTransId="{09CE6393-0A52-4F3F-BDFF-8453950934F6}"/>
    <dgm:cxn modelId="{F78B6AE6-AB8D-46A9-885E-88880FAAFCA3}" type="presOf" srcId="{63824369-CC6E-4297-B6E1-16B5538F4B34}" destId="{8F8B1059-9D33-4E71-9D35-E2CC1E87C5D3}" srcOrd="0" destOrd="0" presId="urn:microsoft.com/office/officeart/2016/7/layout/VerticalHollowActionList"/>
    <dgm:cxn modelId="{38F8DBFB-434F-472B-89B0-6805A7B03C58}" type="presOf" srcId="{0CF27111-97A0-4C4F-96F3-1F6A9AD01229}" destId="{B2F37DB6-FFA1-4E6F-87F1-624D90D0E283}" srcOrd="0" destOrd="0" presId="urn:microsoft.com/office/officeart/2016/7/layout/VerticalHollowActionList"/>
    <dgm:cxn modelId="{2B4C10FE-2960-4468-9650-FDB8F8B4042C}" srcId="{E8AEAAF0-D6CE-4D64-A882-681756BEDA45}" destId="{0CF27111-97A0-4C4F-96F3-1F6A9AD01229}" srcOrd="0" destOrd="0" parTransId="{49278149-5B81-4EAE-A3CE-9A587678C11B}" sibTransId="{CF17ED26-5A5B-4BB9-ABDC-DF09113EB935}"/>
    <dgm:cxn modelId="{27551281-8E3F-4131-B9F2-F88311D5E7C0}" type="presParOf" srcId="{BE13A08D-D34B-4FFC-B961-0C704E20D3D2}" destId="{FE6033A5-7B28-4A00-A41B-308709BD6479}" srcOrd="0" destOrd="0" presId="urn:microsoft.com/office/officeart/2016/7/layout/VerticalHollowActionList"/>
    <dgm:cxn modelId="{69B69C72-8A4E-4679-8F78-C5D493A3C442}" type="presParOf" srcId="{FE6033A5-7B28-4A00-A41B-308709BD6479}" destId="{BF8574B7-4AFD-400C-B2CE-8889A21EEB3B}" srcOrd="0" destOrd="0" presId="urn:microsoft.com/office/officeart/2016/7/layout/VerticalHollowActionList"/>
    <dgm:cxn modelId="{753AEF51-A90A-4D77-AE8B-8DB806CED509}" type="presParOf" srcId="{FE6033A5-7B28-4A00-A41B-308709BD6479}" destId="{C05BAEC8-ED4F-453A-9421-E8483E40EAEB}" srcOrd="1" destOrd="0" presId="urn:microsoft.com/office/officeart/2016/7/layout/VerticalHollowActionList"/>
    <dgm:cxn modelId="{4316474F-BC07-4079-8352-E143EC42870D}" type="presParOf" srcId="{BE13A08D-D34B-4FFC-B961-0C704E20D3D2}" destId="{94ACD3B7-CFF9-430F-B089-0294B6F5120E}" srcOrd="1" destOrd="0" presId="urn:microsoft.com/office/officeart/2016/7/layout/VerticalHollowActionList"/>
    <dgm:cxn modelId="{50C63C9E-7824-4201-A7D6-224CEE8D8C28}" type="presParOf" srcId="{BE13A08D-D34B-4FFC-B961-0C704E20D3D2}" destId="{9B4B7E8D-8E93-4421-A014-C50BEE9DA27D}" srcOrd="2" destOrd="0" presId="urn:microsoft.com/office/officeart/2016/7/layout/VerticalHollowActionList"/>
    <dgm:cxn modelId="{B619EB9D-64F5-4D4F-BDB2-61B5F7614FA6}" type="presParOf" srcId="{9B4B7E8D-8E93-4421-A014-C50BEE9DA27D}" destId="{94111D8D-7FA4-41F7-89EC-3DA4A84D5F49}" srcOrd="0" destOrd="0" presId="urn:microsoft.com/office/officeart/2016/7/layout/VerticalHollowActionList"/>
    <dgm:cxn modelId="{8E4DDD37-C8EE-443E-A1D2-1DA8ADA684CF}" type="presParOf" srcId="{9B4B7E8D-8E93-4421-A014-C50BEE9DA27D}" destId="{95A415AB-FF9F-4D4F-A00F-66AEC89C2901}" srcOrd="1" destOrd="0" presId="urn:microsoft.com/office/officeart/2016/7/layout/VerticalHollowActionList"/>
    <dgm:cxn modelId="{D5451894-41FA-4EA1-AB80-2372715C0D0E}" type="presParOf" srcId="{BE13A08D-D34B-4FFC-B961-0C704E20D3D2}" destId="{409CD4A1-19FA-453F-B5C2-54C460F034AB}" srcOrd="3" destOrd="0" presId="urn:microsoft.com/office/officeart/2016/7/layout/VerticalHollowActionList"/>
    <dgm:cxn modelId="{6FD3B031-FCD0-4DFF-94E7-7579F503F9A6}" type="presParOf" srcId="{BE13A08D-D34B-4FFC-B961-0C704E20D3D2}" destId="{517E5C9F-33EE-4338-A379-C5A2308211E5}" srcOrd="4" destOrd="0" presId="urn:microsoft.com/office/officeart/2016/7/layout/VerticalHollowActionList"/>
    <dgm:cxn modelId="{50E3AEF9-BCFA-441B-A75A-F00FFE0AE51A}" type="presParOf" srcId="{517E5C9F-33EE-4338-A379-C5A2308211E5}" destId="{E99983B1-C931-4BF1-ACEA-E2247788B53B}" srcOrd="0" destOrd="0" presId="urn:microsoft.com/office/officeart/2016/7/layout/VerticalHollowActionList"/>
    <dgm:cxn modelId="{C0463626-FE31-4D25-A849-459F59AF3179}" type="presParOf" srcId="{517E5C9F-33EE-4338-A379-C5A2308211E5}" destId="{B2F37DB6-FFA1-4E6F-87F1-624D90D0E283}" srcOrd="1" destOrd="0" presId="urn:microsoft.com/office/officeart/2016/7/layout/VerticalHollowActionList"/>
    <dgm:cxn modelId="{48677BA8-0D2D-42A6-938B-713ECAF647B8}" type="presParOf" srcId="{BE13A08D-D34B-4FFC-B961-0C704E20D3D2}" destId="{6A740195-2EF2-4C5A-99C0-A959AC6DB5CE}" srcOrd="5" destOrd="0" presId="urn:microsoft.com/office/officeart/2016/7/layout/VerticalHollowActionList"/>
    <dgm:cxn modelId="{653D9483-129B-41F8-84FF-222A7428FE8B}" type="presParOf" srcId="{BE13A08D-D34B-4FFC-B961-0C704E20D3D2}" destId="{C24DB702-3ABE-44C8-A613-07FA06C3B5DA}" srcOrd="6" destOrd="0" presId="urn:microsoft.com/office/officeart/2016/7/layout/VerticalHollowActionList"/>
    <dgm:cxn modelId="{EBC16889-E46D-4897-939A-5A64AA2F5A65}" type="presParOf" srcId="{C24DB702-3ABE-44C8-A613-07FA06C3B5DA}" destId="{91F93E9E-6AA2-4419-A6CB-654B2A43311A}" srcOrd="0" destOrd="0" presId="urn:microsoft.com/office/officeart/2016/7/layout/VerticalHollowActionList"/>
    <dgm:cxn modelId="{C6E8267C-D481-44C3-9372-0F5D503FA48D}" type="presParOf" srcId="{C24DB702-3ABE-44C8-A613-07FA06C3B5DA}" destId="{8F8B1059-9D33-4E71-9D35-E2CC1E87C5D3}"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413AC23-AD6B-40DF-82FB-F26B57433383}"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75EC7D4-3F8A-4E5C-A4F7-C79816D27397}">
      <dgm:prSet custT="1"/>
      <dgm:spPr/>
      <dgm:t>
        <a:bodyPr/>
        <a:lstStyle/>
        <a:p>
          <a:r>
            <a:rPr lang="en-US" sz="2400" dirty="0">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My </a:t>
          </a:r>
          <a:r>
            <a:rPr lang="en-US" sz="2400" dirty="0" err="1">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AskAI</a:t>
          </a:r>
          <a:r>
            <a:rPr lang="en-US" sz="2400" b="1" dirty="0"/>
            <a:t>: </a:t>
          </a:r>
          <a:r>
            <a:rPr lang="en-US" sz="2400" dirty="0"/>
            <a:t>Free 14-days trial; after that, $99.00/month for 1,000 conversations/month</a:t>
          </a:r>
        </a:p>
      </dgm:t>
    </dgm:pt>
    <dgm:pt modelId="{C80875EF-1005-4C96-ACD1-56C9BA461004}" type="parTrans" cxnId="{44101F37-6385-4830-9C2D-76AB20ACBA3A}">
      <dgm:prSet/>
      <dgm:spPr/>
      <dgm:t>
        <a:bodyPr/>
        <a:lstStyle/>
        <a:p>
          <a:endParaRPr lang="en-US"/>
        </a:p>
      </dgm:t>
    </dgm:pt>
    <dgm:pt modelId="{B40BD07B-F5CD-4C50-9A95-C694BD623FAA}" type="sibTrans" cxnId="{44101F37-6385-4830-9C2D-76AB20ACBA3A}">
      <dgm:prSet/>
      <dgm:spPr/>
      <dgm:t>
        <a:bodyPr/>
        <a:lstStyle/>
        <a:p>
          <a:endParaRPr lang="en-US"/>
        </a:p>
      </dgm:t>
    </dgm:pt>
    <dgm:pt modelId="{86E6B9CD-8DCA-40FC-9D63-3824FCD0D2E3}">
      <dgm:prSet custT="1"/>
      <dgm:spPr/>
      <dgm:t>
        <a:bodyPr/>
        <a:lstStyle/>
        <a:p>
          <a:r>
            <a:rPr lang="en-US" sz="2400" dirty="0">
              <a:hlinkClick xmlns:r="http://schemas.openxmlformats.org/officeDocument/2006/relationships" r:id="rId2"/>
            </a:rPr>
            <a:t>Botpress</a:t>
          </a:r>
          <a:r>
            <a:rPr lang="en-US" sz="2400" dirty="0"/>
            <a:t>: Free basic program; 2,000 incoming messages/month</a:t>
          </a:r>
        </a:p>
      </dgm:t>
    </dgm:pt>
    <dgm:pt modelId="{2C5BCBC8-F3A9-43D7-A614-1694BB403BBD}" type="parTrans" cxnId="{0490922C-2A11-41AD-B174-165294AA3FF2}">
      <dgm:prSet/>
      <dgm:spPr/>
      <dgm:t>
        <a:bodyPr/>
        <a:lstStyle/>
        <a:p>
          <a:endParaRPr lang="en-US"/>
        </a:p>
      </dgm:t>
    </dgm:pt>
    <dgm:pt modelId="{3538565C-2D76-4BD5-986E-075C3CCA0373}" type="sibTrans" cxnId="{0490922C-2A11-41AD-B174-165294AA3FF2}">
      <dgm:prSet/>
      <dgm:spPr/>
      <dgm:t>
        <a:bodyPr/>
        <a:lstStyle/>
        <a:p>
          <a:endParaRPr lang="en-US"/>
        </a:p>
      </dgm:t>
    </dgm:pt>
    <dgm:pt modelId="{DDB7D3FD-329D-43A2-9C7A-BD5522B1C8F1}">
      <dgm:prSet custT="1"/>
      <dgm:spPr/>
      <dgm:t>
        <a:bodyPr/>
        <a:lstStyle/>
        <a:p>
          <a:r>
            <a:rPr lang="en-US" sz="2400" dirty="0">
              <a:solidFill>
                <a:schemeClr val="bg1"/>
              </a:solidFill>
              <a:hlinkClick xmlns:r="http://schemas.openxmlformats.org/officeDocument/2006/relationships" r:id="rId3">
                <a:extLst>
                  <a:ext uri="{A12FA001-AC4F-418D-AE19-62706E023703}">
                    <ahyp:hlinkClr xmlns:ahyp="http://schemas.microsoft.com/office/drawing/2018/hyperlinkcolor" val="tx"/>
                  </a:ext>
                </a:extLst>
              </a:hlinkClick>
            </a:rPr>
            <a:t>Botsonic</a:t>
          </a:r>
          <a:r>
            <a:rPr lang="en-US" sz="2400" dirty="0"/>
            <a:t>: Basic program $16/month for 1,000 messages; professional version $41/month for 3,000 messages</a:t>
          </a:r>
        </a:p>
      </dgm:t>
    </dgm:pt>
    <dgm:pt modelId="{211B0CF4-1419-4E01-9C9E-8F1D607FFDBA}" type="parTrans" cxnId="{6B7C39CB-DDE3-42DE-AAB3-3365E2B802C6}">
      <dgm:prSet/>
      <dgm:spPr/>
      <dgm:t>
        <a:bodyPr/>
        <a:lstStyle/>
        <a:p>
          <a:endParaRPr lang="en-US"/>
        </a:p>
      </dgm:t>
    </dgm:pt>
    <dgm:pt modelId="{494BE25F-A479-439E-BE37-BDBC7A2EC814}" type="sibTrans" cxnId="{6B7C39CB-DDE3-42DE-AAB3-3365E2B802C6}">
      <dgm:prSet/>
      <dgm:spPr/>
      <dgm:t>
        <a:bodyPr/>
        <a:lstStyle/>
        <a:p>
          <a:endParaRPr lang="en-US"/>
        </a:p>
      </dgm:t>
    </dgm:pt>
    <dgm:pt modelId="{E773DBE8-A084-49D1-AC22-2C913A538CF2}">
      <dgm:prSet custT="1"/>
      <dgm:spPr/>
      <dgm:t>
        <a:bodyPr/>
        <a:lstStyle/>
        <a:p>
          <a:r>
            <a:rPr lang="en-US" sz="2400" dirty="0">
              <a:solidFill>
                <a:schemeClr val="bg1"/>
              </a:solidFill>
              <a:hlinkClick xmlns:r="http://schemas.openxmlformats.org/officeDocument/2006/relationships" r:id="rId4">
                <a:extLst>
                  <a:ext uri="{A12FA001-AC4F-418D-AE19-62706E023703}">
                    <ahyp:hlinkClr xmlns:ahyp="http://schemas.microsoft.com/office/drawing/2018/hyperlinkcolor" val="tx"/>
                  </a:ext>
                </a:extLst>
              </a:hlinkClick>
            </a:rPr>
            <a:t>Chatbase</a:t>
          </a:r>
          <a:r>
            <a:rPr lang="en-US" sz="2400" dirty="0"/>
            <a:t>: Free basic program; Hobby program $19/month for 2,000 messages; $99/month for 10,000 messages</a:t>
          </a:r>
        </a:p>
      </dgm:t>
    </dgm:pt>
    <dgm:pt modelId="{8CE85366-9D73-4CB2-9570-81620DE163D4}" type="parTrans" cxnId="{C8286FBA-3D04-476F-B4A7-25E35DE2A838}">
      <dgm:prSet/>
      <dgm:spPr/>
      <dgm:t>
        <a:bodyPr/>
        <a:lstStyle/>
        <a:p>
          <a:endParaRPr lang="en-US"/>
        </a:p>
      </dgm:t>
    </dgm:pt>
    <dgm:pt modelId="{1470707A-B6E3-4809-8FCB-A12B7579CE22}" type="sibTrans" cxnId="{C8286FBA-3D04-476F-B4A7-25E35DE2A838}">
      <dgm:prSet/>
      <dgm:spPr/>
      <dgm:t>
        <a:bodyPr/>
        <a:lstStyle/>
        <a:p>
          <a:endParaRPr lang="en-US"/>
        </a:p>
      </dgm:t>
    </dgm:pt>
    <dgm:pt modelId="{444F4811-6C4D-4B09-AB08-14BC045E0B71}" type="pres">
      <dgm:prSet presAssocID="{9413AC23-AD6B-40DF-82FB-F26B57433383}" presName="linear" presStyleCnt="0">
        <dgm:presLayoutVars>
          <dgm:animLvl val="lvl"/>
          <dgm:resizeHandles val="exact"/>
        </dgm:presLayoutVars>
      </dgm:prSet>
      <dgm:spPr/>
    </dgm:pt>
    <dgm:pt modelId="{2490BFD7-2DB5-485A-A368-8D37ED73F595}" type="pres">
      <dgm:prSet presAssocID="{675EC7D4-3F8A-4E5C-A4F7-C79816D27397}" presName="parentText" presStyleLbl="node1" presStyleIdx="0" presStyleCnt="4">
        <dgm:presLayoutVars>
          <dgm:chMax val="0"/>
          <dgm:bulletEnabled val="1"/>
        </dgm:presLayoutVars>
      </dgm:prSet>
      <dgm:spPr/>
    </dgm:pt>
    <dgm:pt modelId="{A18104E1-D11A-4789-9EB5-B5131462B72D}" type="pres">
      <dgm:prSet presAssocID="{B40BD07B-F5CD-4C50-9A95-C694BD623FAA}" presName="spacer" presStyleCnt="0"/>
      <dgm:spPr/>
    </dgm:pt>
    <dgm:pt modelId="{C51FE93B-BA62-456E-A4DC-095087879191}" type="pres">
      <dgm:prSet presAssocID="{86E6B9CD-8DCA-40FC-9D63-3824FCD0D2E3}" presName="parentText" presStyleLbl="node1" presStyleIdx="1" presStyleCnt="4">
        <dgm:presLayoutVars>
          <dgm:chMax val="0"/>
          <dgm:bulletEnabled val="1"/>
        </dgm:presLayoutVars>
      </dgm:prSet>
      <dgm:spPr/>
    </dgm:pt>
    <dgm:pt modelId="{D20A8ED5-B5B2-453A-9C94-58C04CC0EC81}" type="pres">
      <dgm:prSet presAssocID="{3538565C-2D76-4BD5-986E-075C3CCA0373}" presName="spacer" presStyleCnt="0"/>
      <dgm:spPr/>
    </dgm:pt>
    <dgm:pt modelId="{08ACE39C-3893-4FC3-A70C-09B94193E05A}" type="pres">
      <dgm:prSet presAssocID="{DDB7D3FD-329D-43A2-9C7A-BD5522B1C8F1}" presName="parentText" presStyleLbl="node1" presStyleIdx="2" presStyleCnt="4">
        <dgm:presLayoutVars>
          <dgm:chMax val="0"/>
          <dgm:bulletEnabled val="1"/>
        </dgm:presLayoutVars>
      </dgm:prSet>
      <dgm:spPr/>
    </dgm:pt>
    <dgm:pt modelId="{75233A2C-CF32-4F2E-A183-FF8681F23087}" type="pres">
      <dgm:prSet presAssocID="{494BE25F-A479-439E-BE37-BDBC7A2EC814}" presName="spacer" presStyleCnt="0"/>
      <dgm:spPr/>
    </dgm:pt>
    <dgm:pt modelId="{07B1E979-B5FE-48F1-B133-B50B87B37959}" type="pres">
      <dgm:prSet presAssocID="{E773DBE8-A084-49D1-AC22-2C913A538CF2}" presName="parentText" presStyleLbl="node1" presStyleIdx="3" presStyleCnt="4">
        <dgm:presLayoutVars>
          <dgm:chMax val="0"/>
          <dgm:bulletEnabled val="1"/>
        </dgm:presLayoutVars>
      </dgm:prSet>
      <dgm:spPr/>
    </dgm:pt>
  </dgm:ptLst>
  <dgm:cxnLst>
    <dgm:cxn modelId="{AC380C09-159C-4910-A43B-6515D3ACB208}" type="presOf" srcId="{E773DBE8-A084-49D1-AC22-2C913A538CF2}" destId="{07B1E979-B5FE-48F1-B133-B50B87B37959}" srcOrd="0" destOrd="0" presId="urn:microsoft.com/office/officeart/2005/8/layout/vList2"/>
    <dgm:cxn modelId="{F1223C24-EB39-4721-9F52-488F40D432DC}" type="presOf" srcId="{86E6B9CD-8DCA-40FC-9D63-3824FCD0D2E3}" destId="{C51FE93B-BA62-456E-A4DC-095087879191}" srcOrd="0" destOrd="0" presId="urn:microsoft.com/office/officeart/2005/8/layout/vList2"/>
    <dgm:cxn modelId="{0490922C-2A11-41AD-B174-165294AA3FF2}" srcId="{9413AC23-AD6B-40DF-82FB-F26B57433383}" destId="{86E6B9CD-8DCA-40FC-9D63-3824FCD0D2E3}" srcOrd="1" destOrd="0" parTransId="{2C5BCBC8-F3A9-43D7-A614-1694BB403BBD}" sibTransId="{3538565C-2D76-4BD5-986E-075C3CCA0373}"/>
    <dgm:cxn modelId="{44101F37-6385-4830-9C2D-76AB20ACBA3A}" srcId="{9413AC23-AD6B-40DF-82FB-F26B57433383}" destId="{675EC7D4-3F8A-4E5C-A4F7-C79816D27397}" srcOrd="0" destOrd="0" parTransId="{C80875EF-1005-4C96-ACD1-56C9BA461004}" sibTransId="{B40BD07B-F5CD-4C50-9A95-C694BD623FAA}"/>
    <dgm:cxn modelId="{A2F93C58-D684-4DD8-87E7-FE40A42AB0E0}" type="presOf" srcId="{9413AC23-AD6B-40DF-82FB-F26B57433383}" destId="{444F4811-6C4D-4B09-AB08-14BC045E0B71}" srcOrd="0" destOrd="0" presId="urn:microsoft.com/office/officeart/2005/8/layout/vList2"/>
    <dgm:cxn modelId="{30B1A89D-F237-47C6-AC19-0C12CD452E3E}" type="presOf" srcId="{675EC7D4-3F8A-4E5C-A4F7-C79816D27397}" destId="{2490BFD7-2DB5-485A-A368-8D37ED73F595}" srcOrd="0" destOrd="0" presId="urn:microsoft.com/office/officeart/2005/8/layout/vList2"/>
    <dgm:cxn modelId="{C8286FBA-3D04-476F-B4A7-25E35DE2A838}" srcId="{9413AC23-AD6B-40DF-82FB-F26B57433383}" destId="{E773DBE8-A084-49D1-AC22-2C913A538CF2}" srcOrd="3" destOrd="0" parTransId="{8CE85366-9D73-4CB2-9570-81620DE163D4}" sibTransId="{1470707A-B6E3-4809-8FCB-A12B7579CE22}"/>
    <dgm:cxn modelId="{6B7C39CB-DDE3-42DE-AAB3-3365E2B802C6}" srcId="{9413AC23-AD6B-40DF-82FB-F26B57433383}" destId="{DDB7D3FD-329D-43A2-9C7A-BD5522B1C8F1}" srcOrd="2" destOrd="0" parTransId="{211B0CF4-1419-4E01-9C9E-8F1D607FFDBA}" sibTransId="{494BE25F-A479-439E-BE37-BDBC7A2EC814}"/>
    <dgm:cxn modelId="{166B53F1-E812-44F7-9CA4-64E2732511F9}" type="presOf" srcId="{DDB7D3FD-329D-43A2-9C7A-BD5522B1C8F1}" destId="{08ACE39C-3893-4FC3-A70C-09B94193E05A}" srcOrd="0" destOrd="0" presId="urn:microsoft.com/office/officeart/2005/8/layout/vList2"/>
    <dgm:cxn modelId="{0E4C0BDE-8B44-4B44-986A-C9338D2485FC}" type="presParOf" srcId="{444F4811-6C4D-4B09-AB08-14BC045E0B71}" destId="{2490BFD7-2DB5-485A-A368-8D37ED73F595}" srcOrd="0" destOrd="0" presId="urn:microsoft.com/office/officeart/2005/8/layout/vList2"/>
    <dgm:cxn modelId="{A19673A1-7CC4-4D56-A88C-6F099394A62D}" type="presParOf" srcId="{444F4811-6C4D-4B09-AB08-14BC045E0B71}" destId="{A18104E1-D11A-4789-9EB5-B5131462B72D}" srcOrd="1" destOrd="0" presId="urn:microsoft.com/office/officeart/2005/8/layout/vList2"/>
    <dgm:cxn modelId="{9347CD2D-82F1-4C88-9D12-B3644311CEB9}" type="presParOf" srcId="{444F4811-6C4D-4B09-AB08-14BC045E0B71}" destId="{C51FE93B-BA62-456E-A4DC-095087879191}" srcOrd="2" destOrd="0" presId="urn:microsoft.com/office/officeart/2005/8/layout/vList2"/>
    <dgm:cxn modelId="{3CA2DE3C-C398-4E93-AFBD-D159ACA9AB79}" type="presParOf" srcId="{444F4811-6C4D-4B09-AB08-14BC045E0B71}" destId="{D20A8ED5-B5B2-453A-9C94-58C04CC0EC81}" srcOrd="3" destOrd="0" presId="urn:microsoft.com/office/officeart/2005/8/layout/vList2"/>
    <dgm:cxn modelId="{2E910DB1-0B51-4009-A297-47E3F76B9F4F}" type="presParOf" srcId="{444F4811-6C4D-4B09-AB08-14BC045E0B71}" destId="{08ACE39C-3893-4FC3-A70C-09B94193E05A}" srcOrd="4" destOrd="0" presId="urn:microsoft.com/office/officeart/2005/8/layout/vList2"/>
    <dgm:cxn modelId="{26AF4AD0-90F2-4C89-9CA0-A8081BACDBDF}" type="presParOf" srcId="{444F4811-6C4D-4B09-AB08-14BC045E0B71}" destId="{75233A2C-CF32-4F2E-A183-FF8681F23087}" srcOrd="5" destOrd="0" presId="urn:microsoft.com/office/officeart/2005/8/layout/vList2"/>
    <dgm:cxn modelId="{0419D6F6-4E7E-4E1A-9880-037CEEB7FEFB}" type="presParOf" srcId="{444F4811-6C4D-4B09-AB08-14BC045E0B71}" destId="{07B1E979-B5FE-48F1-B133-B50B87B3795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9DF4B6C-1CC9-45FF-B7AA-27140A91157C}" type="doc">
      <dgm:prSet loTypeId="urn:microsoft.com/office/officeart/2016/7/layout/RepeatingBendingProcessNew" loCatId="process" qsTypeId="urn:microsoft.com/office/officeart/2005/8/quickstyle/simple4" qsCatId="simple" csTypeId="urn:microsoft.com/office/officeart/2005/8/colors/colorful5" csCatId="colorful"/>
      <dgm:spPr/>
      <dgm:t>
        <a:bodyPr/>
        <a:lstStyle/>
        <a:p>
          <a:endParaRPr lang="en-US"/>
        </a:p>
      </dgm:t>
    </dgm:pt>
    <dgm:pt modelId="{ECF5D5E1-8392-4267-B052-806BAC7CB01C}">
      <dgm:prSet custT="1"/>
      <dgm:spPr/>
      <dgm:t>
        <a:bodyPr/>
        <a:lstStyle/>
        <a:p>
          <a:r>
            <a:rPr lang="en-US" sz="1800" dirty="0"/>
            <a:t>Define the chatbot's purpose and goals.</a:t>
          </a:r>
        </a:p>
      </dgm:t>
    </dgm:pt>
    <dgm:pt modelId="{AC884725-E3EF-4C2D-8901-5A6B18C34D6E}" type="parTrans" cxnId="{609CB643-C634-4A17-B927-CEF772B041AD}">
      <dgm:prSet/>
      <dgm:spPr/>
      <dgm:t>
        <a:bodyPr/>
        <a:lstStyle/>
        <a:p>
          <a:endParaRPr lang="en-US"/>
        </a:p>
      </dgm:t>
    </dgm:pt>
    <dgm:pt modelId="{C444987A-05D6-4885-9635-8D4B140BEA1E}" type="sibTrans" cxnId="{609CB643-C634-4A17-B927-CEF772B041AD}">
      <dgm:prSet/>
      <dgm:spPr/>
      <dgm:t>
        <a:bodyPr/>
        <a:lstStyle/>
        <a:p>
          <a:endParaRPr lang="en-US"/>
        </a:p>
      </dgm:t>
    </dgm:pt>
    <dgm:pt modelId="{75678BE8-CD8F-46F3-A6CA-4758289470C5}">
      <dgm:prSet custT="1"/>
      <dgm:spPr/>
      <dgm:t>
        <a:bodyPr/>
        <a:lstStyle/>
        <a:p>
          <a:r>
            <a:rPr lang="en-US" sz="1800" dirty="0"/>
            <a:t>Choose the right chatbot for your website.</a:t>
          </a:r>
        </a:p>
      </dgm:t>
    </dgm:pt>
    <dgm:pt modelId="{7C90AAD3-2E5D-44DE-94E1-EC3888713278}" type="parTrans" cxnId="{B7A556D4-6C00-4509-9DC6-CC06F3C8A90B}">
      <dgm:prSet/>
      <dgm:spPr/>
      <dgm:t>
        <a:bodyPr/>
        <a:lstStyle/>
        <a:p>
          <a:endParaRPr lang="en-US"/>
        </a:p>
      </dgm:t>
    </dgm:pt>
    <dgm:pt modelId="{7640E6F2-199A-4A9B-8652-843A39A1EBAE}" type="sibTrans" cxnId="{B7A556D4-6C00-4509-9DC6-CC06F3C8A90B}">
      <dgm:prSet/>
      <dgm:spPr/>
      <dgm:t>
        <a:bodyPr/>
        <a:lstStyle/>
        <a:p>
          <a:endParaRPr lang="en-US"/>
        </a:p>
      </dgm:t>
    </dgm:pt>
    <dgm:pt modelId="{5D9B6E64-D583-47E6-8A91-49B4783348BB}">
      <dgm:prSet custT="1"/>
      <dgm:spPr/>
      <dgm:t>
        <a:bodyPr/>
        <a:lstStyle/>
        <a:p>
          <a:r>
            <a:rPr lang="en-US" sz="1800" dirty="0"/>
            <a:t>Design your chatbot's conversation flow.</a:t>
          </a:r>
        </a:p>
      </dgm:t>
    </dgm:pt>
    <dgm:pt modelId="{EE6E18B4-E964-4F9B-B646-7170FD6A802C}" type="parTrans" cxnId="{0CF0BD4C-DBEC-40DE-9173-CC0718CD294A}">
      <dgm:prSet/>
      <dgm:spPr/>
      <dgm:t>
        <a:bodyPr/>
        <a:lstStyle/>
        <a:p>
          <a:endParaRPr lang="en-US"/>
        </a:p>
      </dgm:t>
    </dgm:pt>
    <dgm:pt modelId="{8425BDA0-EB14-4D7D-9D1B-88DF825D0F71}" type="sibTrans" cxnId="{0CF0BD4C-DBEC-40DE-9173-CC0718CD294A}">
      <dgm:prSet/>
      <dgm:spPr/>
      <dgm:t>
        <a:bodyPr/>
        <a:lstStyle/>
        <a:p>
          <a:endParaRPr lang="en-US"/>
        </a:p>
      </dgm:t>
    </dgm:pt>
    <dgm:pt modelId="{F5AF96BE-6DA5-4C22-949D-F3E7829A472B}">
      <dgm:prSet custT="1"/>
      <dgm:spPr/>
      <dgm:t>
        <a:bodyPr/>
        <a:lstStyle/>
        <a:p>
          <a:r>
            <a:rPr lang="en-US" sz="1800" dirty="0"/>
            <a:t>Train your chatbot on your content.</a:t>
          </a:r>
        </a:p>
      </dgm:t>
    </dgm:pt>
    <dgm:pt modelId="{E6C9C958-9FA2-4A26-8920-B4D943DD65A0}" type="parTrans" cxnId="{DF536183-7A30-4B35-980D-5C1062C85913}">
      <dgm:prSet/>
      <dgm:spPr/>
      <dgm:t>
        <a:bodyPr/>
        <a:lstStyle/>
        <a:p>
          <a:endParaRPr lang="en-US"/>
        </a:p>
      </dgm:t>
    </dgm:pt>
    <dgm:pt modelId="{F2086528-E91C-47E7-A05E-9E2889533AC8}" type="sibTrans" cxnId="{DF536183-7A30-4B35-980D-5C1062C85913}">
      <dgm:prSet/>
      <dgm:spPr/>
      <dgm:t>
        <a:bodyPr/>
        <a:lstStyle/>
        <a:p>
          <a:endParaRPr lang="en-US"/>
        </a:p>
      </dgm:t>
    </dgm:pt>
    <dgm:pt modelId="{50EFDE1A-71B8-4383-A76F-4C9B6A58BB37}">
      <dgm:prSet custT="1"/>
      <dgm:spPr/>
      <dgm:t>
        <a:bodyPr/>
        <a:lstStyle/>
        <a:p>
          <a:r>
            <a:rPr lang="en-US" sz="1800" dirty="0"/>
            <a:t>Integrate the chatbot into your website.</a:t>
          </a:r>
        </a:p>
      </dgm:t>
    </dgm:pt>
    <dgm:pt modelId="{D3E285D3-95EF-4673-A9D9-544EC5B3FD95}" type="parTrans" cxnId="{EF6B8C5C-7AB2-40C4-9B50-F0CA21E35D90}">
      <dgm:prSet/>
      <dgm:spPr/>
      <dgm:t>
        <a:bodyPr/>
        <a:lstStyle/>
        <a:p>
          <a:endParaRPr lang="en-US"/>
        </a:p>
      </dgm:t>
    </dgm:pt>
    <dgm:pt modelId="{0084A78A-D3F8-4126-96BA-E5E7416F51F6}" type="sibTrans" cxnId="{EF6B8C5C-7AB2-40C4-9B50-F0CA21E35D90}">
      <dgm:prSet/>
      <dgm:spPr/>
      <dgm:t>
        <a:bodyPr/>
        <a:lstStyle/>
        <a:p>
          <a:endParaRPr lang="en-US"/>
        </a:p>
      </dgm:t>
    </dgm:pt>
    <dgm:pt modelId="{A0588721-A9E0-4889-AD18-0BF55405DB86}">
      <dgm:prSet custT="1"/>
      <dgm:spPr/>
      <dgm:t>
        <a:bodyPr/>
        <a:lstStyle/>
        <a:p>
          <a:r>
            <a:rPr lang="en-US" sz="1800" dirty="0"/>
            <a:t>Test the chatbot.</a:t>
          </a:r>
        </a:p>
      </dgm:t>
    </dgm:pt>
    <dgm:pt modelId="{4FE73509-EBDB-4691-919D-A7A55313665C}" type="parTrans" cxnId="{71798A36-F382-4CAA-A77F-57DE106AE7A7}">
      <dgm:prSet/>
      <dgm:spPr/>
      <dgm:t>
        <a:bodyPr/>
        <a:lstStyle/>
        <a:p>
          <a:endParaRPr lang="en-US"/>
        </a:p>
      </dgm:t>
    </dgm:pt>
    <dgm:pt modelId="{31E2F39D-BEA6-4FA9-9F02-CCE86BF4BAEB}" type="sibTrans" cxnId="{71798A36-F382-4CAA-A77F-57DE106AE7A7}">
      <dgm:prSet/>
      <dgm:spPr/>
      <dgm:t>
        <a:bodyPr/>
        <a:lstStyle/>
        <a:p>
          <a:endParaRPr lang="en-US"/>
        </a:p>
      </dgm:t>
    </dgm:pt>
    <dgm:pt modelId="{96120475-0D95-458E-A106-2803FB1C1052}">
      <dgm:prSet custT="1"/>
      <dgm:spPr/>
      <dgm:t>
        <a:bodyPr/>
        <a:lstStyle/>
        <a:p>
          <a:r>
            <a:rPr lang="en-US" sz="1400" dirty="0"/>
            <a:t>Check periodically to see what your chatbot can’t answer or is answering incorrectly. “Teach” it any new content you develop.</a:t>
          </a:r>
        </a:p>
      </dgm:t>
    </dgm:pt>
    <dgm:pt modelId="{7879C14D-F80B-4F6C-95AD-F19C507E63F7}" type="parTrans" cxnId="{8D2F767D-0688-4D0E-9E18-9BA9358B722B}">
      <dgm:prSet/>
      <dgm:spPr/>
      <dgm:t>
        <a:bodyPr/>
        <a:lstStyle/>
        <a:p>
          <a:endParaRPr lang="en-US"/>
        </a:p>
      </dgm:t>
    </dgm:pt>
    <dgm:pt modelId="{E6786FCE-6AD9-41B1-A9F3-B19E2238D62E}" type="sibTrans" cxnId="{8D2F767D-0688-4D0E-9E18-9BA9358B722B}">
      <dgm:prSet/>
      <dgm:spPr/>
      <dgm:t>
        <a:bodyPr/>
        <a:lstStyle/>
        <a:p>
          <a:endParaRPr lang="en-US"/>
        </a:p>
      </dgm:t>
    </dgm:pt>
    <dgm:pt modelId="{723696AF-6968-43AD-A9ED-A04FFC13A577}" type="pres">
      <dgm:prSet presAssocID="{39DF4B6C-1CC9-45FF-B7AA-27140A91157C}" presName="Name0" presStyleCnt="0">
        <dgm:presLayoutVars>
          <dgm:dir/>
          <dgm:resizeHandles val="exact"/>
        </dgm:presLayoutVars>
      </dgm:prSet>
      <dgm:spPr/>
    </dgm:pt>
    <dgm:pt modelId="{B4C19754-0072-4BD3-A364-25449EEB0C77}" type="pres">
      <dgm:prSet presAssocID="{ECF5D5E1-8392-4267-B052-806BAC7CB01C}" presName="node" presStyleLbl="node1" presStyleIdx="0" presStyleCnt="7">
        <dgm:presLayoutVars>
          <dgm:bulletEnabled val="1"/>
        </dgm:presLayoutVars>
      </dgm:prSet>
      <dgm:spPr/>
    </dgm:pt>
    <dgm:pt modelId="{67F1E078-0512-4FD6-8FFB-EEBF638E0B9F}" type="pres">
      <dgm:prSet presAssocID="{C444987A-05D6-4885-9635-8D4B140BEA1E}" presName="sibTrans" presStyleLbl="sibTrans1D1" presStyleIdx="0" presStyleCnt="6"/>
      <dgm:spPr/>
    </dgm:pt>
    <dgm:pt modelId="{F6C6C7B6-65B9-4D10-823A-C7C749545167}" type="pres">
      <dgm:prSet presAssocID="{C444987A-05D6-4885-9635-8D4B140BEA1E}" presName="connectorText" presStyleLbl="sibTrans1D1" presStyleIdx="0" presStyleCnt="6"/>
      <dgm:spPr/>
    </dgm:pt>
    <dgm:pt modelId="{C41DC791-9258-4ADB-9272-057B517DE855}" type="pres">
      <dgm:prSet presAssocID="{75678BE8-CD8F-46F3-A6CA-4758289470C5}" presName="node" presStyleLbl="node1" presStyleIdx="1" presStyleCnt="7">
        <dgm:presLayoutVars>
          <dgm:bulletEnabled val="1"/>
        </dgm:presLayoutVars>
      </dgm:prSet>
      <dgm:spPr/>
    </dgm:pt>
    <dgm:pt modelId="{CF1B2185-0222-4AEE-BF0A-1304ADFDBEB9}" type="pres">
      <dgm:prSet presAssocID="{7640E6F2-199A-4A9B-8652-843A39A1EBAE}" presName="sibTrans" presStyleLbl="sibTrans1D1" presStyleIdx="1" presStyleCnt="6"/>
      <dgm:spPr/>
    </dgm:pt>
    <dgm:pt modelId="{212C207B-397A-467E-A779-D7E2A4F5B8A3}" type="pres">
      <dgm:prSet presAssocID="{7640E6F2-199A-4A9B-8652-843A39A1EBAE}" presName="connectorText" presStyleLbl="sibTrans1D1" presStyleIdx="1" presStyleCnt="6"/>
      <dgm:spPr/>
    </dgm:pt>
    <dgm:pt modelId="{B38AC6A9-0802-42AC-9FAA-7B6C0183D17D}" type="pres">
      <dgm:prSet presAssocID="{5D9B6E64-D583-47E6-8A91-49B4783348BB}" presName="node" presStyleLbl="node1" presStyleIdx="2" presStyleCnt="7">
        <dgm:presLayoutVars>
          <dgm:bulletEnabled val="1"/>
        </dgm:presLayoutVars>
      </dgm:prSet>
      <dgm:spPr/>
    </dgm:pt>
    <dgm:pt modelId="{981B0D67-96F4-444B-BE2C-E6BDA51121A9}" type="pres">
      <dgm:prSet presAssocID="{8425BDA0-EB14-4D7D-9D1B-88DF825D0F71}" presName="sibTrans" presStyleLbl="sibTrans1D1" presStyleIdx="2" presStyleCnt="6"/>
      <dgm:spPr/>
    </dgm:pt>
    <dgm:pt modelId="{0779E8C2-5D74-48A8-903F-BD0D2719B558}" type="pres">
      <dgm:prSet presAssocID="{8425BDA0-EB14-4D7D-9D1B-88DF825D0F71}" presName="connectorText" presStyleLbl="sibTrans1D1" presStyleIdx="2" presStyleCnt="6"/>
      <dgm:spPr/>
    </dgm:pt>
    <dgm:pt modelId="{857B9BF5-E31E-4A69-8EB5-4AF5833B139C}" type="pres">
      <dgm:prSet presAssocID="{F5AF96BE-6DA5-4C22-949D-F3E7829A472B}" presName="node" presStyleLbl="node1" presStyleIdx="3" presStyleCnt="7">
        <dgm:presLayoutVars>
          <dgm:bulletEnabled val="1"/>
        </dgm:presLayoutVars>
      </dgm:prSet>
      <dgm:spPr/>
    </dgm:pt>
    <dgm:pt modelId="{DBF9B5E1-5C33-4273-9D82-C983C9365DAD}" type="pres">
      <dgm:prSet presAssocID="{F2086528-E91C-47E7-A05E-9E2889533AC8}" presName="sibTrans" presStyleLbl="sibTrans1D1" presStyleIdx="3" presStyleCnt="6"/>
      <dgm:spPr/>
    </dgm:pt>
    <dgm:pt modelId="{AD351DD6-1CC3-41F0-8BF3-2B5562A8B9C5}" type="pres">
      <dgm:prSet presAssocID="{F2086528-E91C-47E7-A05E-9E2889533AC8}" presName="connectorText" presStyleLbl="sibTrans1D1" presStyleIdx="3" presStyleCnt="6"/>
      <dgm:spPr/>
    </dgm:pt>
    <dgm:pt modelId="{AF6114A9-EF47-4446-A8F0-59185932C119}" type="pres">
      <dgm:prSet presAssocID="{50EFDE1A-71B8-4383-A76F-4C9B6A58BB37}" presName="node" presStyleLbl="node1" presStyleIdx="4" presStyleCnt="7">
        <dgm:presLayoutVars>
          <dgm:bulletEnabled val="1"/>
        </dgm:presLayoutVars>
      </dgm:prSet>
      <dgm:spPr/>
    </dgm:pt>
    <dgm:pt modelId="{3AF3C319-3D36-4530-97D1-B8186DD76F83}" type="pres">
      <dgm:prSet presAssocID="{0084A78A-D3F8-4126-96BA-E5E7416F51F6}" presName="sibTrans" presStyleLbl="sibTrans1D1" presStyleIdx="4" presStyleCnt="6"/>
      <dgm:spPr/>
    </dgm:pt>
    <dgm:pt modelId="{02287B23-24DC-4492-BBAE-A2EA473447A3}" type="pres">
      <dgm:prSet presAssocID="{0084A78A-D3F8-4126-96BA-E5E7416F51F6}" presName="connectorText" presStyleLbl="sibTrans1D1" presStyleIdx="4" presStyleCnt="6"/>
      <dgm:spPr/>
    </dgm:pt>
    <dgm:pt modelId="{F1E2B0E2-C3A8-4578-807E-73602253A710}" type="pres">
      <dgm:prSet presAssocID="{A0588721-A9E0-4889-AD18-0BF55405DB86}" presName="node" presStyleLbl="node1" presStyleIdx="5" presStyleCnt="7">
        <dgm:presLayoutVars>
          <dgm:bulletEnabled val="1"/>
        </dgm:presLayoutVars>
      </dgm:prSet>
      <dgm:spPr/>
    </dgm:pt>
    <dgm:pt modelId="{F36F58E3-8EFC-41C0-8613-0009F76A7A39}" type="pres">
      <dgm:prSet presAssocID="{31E2F39D-BEA6-4FA9-9F02-CCE86BF4BAEB}" presName="sibTrans" presStyleLbl="sibTrans1D1" presStyleIdx="5" presStyleCnt="6"/>
      <dgm:spPr/>
    </dgm:pt>
    <dgm:pt modelId="{CAD120D0-1056-4929-88B2-A12F2FBFBB72}" type="pres">
      <dgm:prSet presAssocID="{31E2F39D-BEA6-4FA9-9F02-CCE86BF4BAEB}" presName="connectorText" presStyleLbl="sibTrans1D1" presStyleIdx="5" presStyleCnt="6"/>
      <dgm:spPr/>
    </dgm:pt>
    <dgm:pt modelId="{14AB2708-0D64-467F-B49B-39458BDF0C46}" type="pres">
      <dgm:prSet presAssocID="{96120475-0D95-458E-A106-2803FB1C1052}" presName="node" presStyleLbl="node1" presStyleIdx="6" presStyleCnt="7">
        <dgm:presLayoutVars>
          <dgm:bulletEnabled val="1"/>
        </dgm:presLayoutVars>
      </dgm:prSet>
      <dgm:spPr/>
    </dgm:pt>
  </dgm:ptLst>
  <dgm:cxnLst>
    <dgm:cxn modelId="{9E70F50B-C9A6-43A9-90EB-AC04FA915892}" type="presOf" srcId="{ECF5D5E1-8392-4267-B052-806BAC7CB01C}" destId="{B4C19754-0072-4BD3-A364-25449EEB0C77}" srcOrd="0" destOrd="0" presId="urn:microsoft.com/office/officeart/2016/7/layout/RepeatingBendingProcessNew"/>
    <dgm:cxn modelId="{D98DE915-05D8-4E1E-B18B-70F30C24C5CC}" type="presOf" srcId="{31E2F39D-BEA6-4FA9-9F02-CCE86BF4BAEB}" destId="{F36F58E3-8EFC-41C0-8613-0009F76A7A39}" srcOrd="0" destOrd="0" presId="urn:microsoft.com/office/officeart/2016/7/layout/RepeatingBendingProcessNew"/>
    <dgm:cxn modelId="{71798A36-F382-4CAA-A77F-57DE106AE7A7}" srcId="{39DF4B6C-1CC9-45FF-B7AA-27140A91157C}" destId="{A0588721-A9E0-4889-AD18-0BF55405DB86}" srcOrd="5" destOrd="0" parTransId="{4FE73509-EBDB-4691-919D-A7A55313665C}" sibTransId="{31E2F39D-BEA6-4FA9-9F02-CCE86BF4BAEB}"/>
    <dgm:cxn modelId="{D40E843E-6092-4E01-BCE8-7728FEA4434D}" type="presOf" srcId="{96120475-0D95-458E-A106-2803FB1C1052}" destId="{14AB2708-0D64-467F-B49B-39458BDF0C46}" srcOrd="0" destOrd="0" presId="urn:microsoft.com/office/officeart/2016/7/layout/RepeatingBendingProcessNew"/>
    <dgm:cxn modelId="{EF6B8C5C-7AB2-40C4-9B50-F0CA21E35D90}" srcId="{39DF4B6C-1CC9-45FF-B7AA-27140A91157C}" destId="{50EFDE1A-71B8-4383-A76F-4C9B6A58BB37}" srcOrd="4" destOrd="0" parTransId="{D3E285D3-95EF-4673-A9D9-544EC5B3FD95}" sibTransId="{0084A78A-D3F8-4126-96BA-E5E7416F51F6}"/>
    <dgm:cxn modelId="{83AB2441-3A43-44F5-B046-196336300BE4}" type="presOf" srcId="{39DF4B6C-1CC9-45FF-B7AA-27140A91157C}" destId="{723696AF-6968-43AD-A9ED-A04FFC13A577}" srcOrd="0" destOrd="0" presId="urn:microsoft.com/office/officeart/2016/7/layout/RepeatingBendingProcessNew"/>
    <dgm:cxn modelId="{609CB643-C634-4A17-B927-CEF772B041AD}" srcId="{39DF4B6C-1CC9-45FF-B7AA-27140A91157C}" destId="{ECF5D5E1-8392-4267-B052-806BAC7CB01C}" srcOrd="0" destOrd="0" parTransId="{AC884725-E3EF-4C2D-8901-5A6B18C34D6E}" sibTransId="{C444987A-05D6-4885-9635-8D4B140BEA1E}"/>
    <dgm:cxn modelId="{6552D264-8A0F-4DF9-9937-9BCEED3024E4}" type="presOf" srcId="{31E2F39D-BEA6-4FA9-9F02-CCE86BF4BAEB}" destId="{CAD120D0-1056-4929-88B2-A12F2FBFBB72}" srcOrd="1" destOrd="0" presId="urn:microsoft.com/office/officeart/2016/7/layout/RepeatingBendingProcessNew"/>
    <dgm:cxn modelId="{0D8C5C65-AF01-47C6-AD69-F8CD1B88D9D2}" type="presOf" srcId="{0084A78A-D3F8-4126-96BA-E5E7416F51F6}" destId="{3AF3C319-3D36-4530-97D1-B8186DD76F83}" srcOrd="0" destOrd="0" presId="urn:microsoft.com/office/officeart/2016/7/layout/RepeatingBendingProcessNew"/>
    <dgm:cxn modelId="{1CBFFA6A-4C67-4812-9B4C-6062A8698C60}" type="presOf" srcId="{8425BDA0-EB14-4D7D-9D1B-88DF825D0F71}" destId="{0779E8C2-5D74-48A8-903F-BD0D2719B558}" srcOrd="1" destOrd="0" presId="urn:microsoft.com/office/officeart/2016/7/layout/RepeatingBendingProcessNew"/>
    <dgm:cxn modelId="{0CF0BD4C-DBEC-40DE-9173-CC0718CD294A}" srcId="{39DF4B6C-1CC9-45FF-B7AA-27140A91157C}" destId="{5D9B6E64-D583-47E6-8A91-49B4783348BB}" srcOrd="2" destOrd="0" parTransId="{EE6E18B4-E964-4F9B-B646-7170FD6A802C}" sibTransId="{8425BDA0-EB14-4D7D-9D1B-88DF825D0F71}"/>
    <dgm:cxn modelId="{47156E73-F30D-418A-A58B-5E53836DC8D2}" type="presOf" srcId="{75678BE8-CD8F-46F3-A6CA-4758289470C5}" destId="{C41DC791-9258-4ADB-9272-057B517DE855}" srcOrd="0" destOrd="0" presId="urn:microsoft.com/office/officeart/2016/7/layout/RepeatingBendingProcessNew"/>
    <dgm:cxn modelId="{6FDDEC54-3C19-424B-A606-EFD028703DF8}" type="presOf" srcId="{F2086528-E91C-47E7-A05E-9E2889533AC8}" destId="{DBF9B5E1-5C33-4273-9D82-C983C9365DAD}" srcOrd="0" destOrd="0" presId="urn:microsoft.com/office/officeart/2016/7/layout/RepeatingBendingProcessNew"/>
    <dgm:cxn modelId="{8D2F767D-0688-4D0E-9E18-9BA9358B722B}" srcId="{39DF4B6C-1CC9-45FF-B7AA-27140A91157C}" destId="{96120475-0D95-458E-A106-2803FB1C1052}" srcOrd="6" destOrd="0" parTransId="{7879C14D-F80B-4F6C-95AD-F19C507E63F7}" sibTransId="{E6786FCE-6AD9-41B1-A9F3-B19E2238D62E}"/>
    <dgm:cxn modelId="{763BE57D-F3BC-46FC-A615-C5B737858775}" type="presOf" srcId="{5D9B6E64-D583-47E6-8A91-49B4783348BB}" destId="{B38AC6A9-0802-42AC-9FAA-7B6C0183D17D}" srcOrd="0" destOrd="0" presId="urn:microsoft.com/office/officeart/2016/7/layout/RepeatingBendingProcessNew"/>
    <dgm:cxn modelId="{4A27CB81-2651-4B85-B195-326E675ACF5D}" type="presOf" srcId="{8425BDA0-EB14-4D7D-9D1B-88DF825D0F71}" destId="{981B0D67-96F4-444B-BE2C-E6BDA51121A9}" srcOrd="0" destOrd="0" presId="urn:microsoft.com/office/officeart/2016/7/layout/RepeatingBendingProcessNew"/>
    <dgm:cxn modelId="{DF536183-7A30-4B35-980D-5C1062C85913}" srcId="{39DF4B6C-1CC9-45FF-B7AA-27140A91157C}" destId="{F5AF96BE-6DA5-4C22-949D-F3E7829A472B}" srcOrd="3" destOrd="0" parTransId="{E6C9C958-9FA2-4A26-8920-B4D943DD65A0}" sibTransId="{F2086528-E91C-47E7-A05E-9E2889533AC8}"/>
    <dgm:cxn modelId="{F169BB8A-43B8-4630-8B3D-24F3B5A78B60}" type="presOf" srcId="{C444987A-05D6-4885-9635-8D4B140BEA1E}" destId="{F6C6C7B6-65B9-4D10-823A-C7C749545167}" srcOrd="1" destOrd="0" presId="urn:microsoft.com/office/officeart/2016/7/layout/RepeatingBendingProcessNew"/>
    <dgm:cxn modelId="{CBED5A8E-7DA8-49E0-BCAA-7B92299AB4B3}" type="presOf" srcId="{C444987A-05D6-4885-9635-8D4B140BEA1E}" destId="{67F1E078-0512-4FD6-8FFB-EEBF638E0B9F}" srcOrd="0" destOrd="0" presId="urn:microsoft.com/office/officeart/2016/7/layout/RepeatingBendingProcessNew"/>
    <dgm:cxn modelId="{256DE196-A8F7-4B49-A16D-003C9FFE2A47}" type="presOf" srcId="{F2086528-E91C-47E7-A05E-9E2889533AC8}" destId="{AD351DD6-1CC3-41F0-8BF3-2B5562A8B9C5}" srcOrd="1" destOrd="0" presId="urn:microsoft.com/office/officeart/2016/7/layout/RepeatingBendingProcessNew"/>
    <dgm:cxn modelId="{1C7154A4-92D0-4EFE-8D67-7222F298CC80}" type="presOf" srcId="{0084A78A-D3F8-4126-96BA-E5E7416F51F6}" destId="{02287B23-24DC-4492-BBAE-A2EA473447A3}" srcOrd="1" destOrd="0" presId="urn:microsoft.com/office/officeart/2016/7/layout/RepeatingBendingProcessNew"/>
    <dgm:cxn modelId="{A5515EB1-E0D6-4BBA-9C96-FB2BFC91F0CA}" type="presOf" srcId="{7640E6F2-199A-4A9B-8652-843A39A1EBAE}" destId="{212C207B-397A-467E-A779-D7E2A4F5B8A3}" srcOrd="1" destOrd="0" presId="urn:microsoft.com/office/officeart/2016/7/layout/RepeatingBendingProcessNew"/>
    <dgm:cxn modelId="{33C560C0-EF8D-4FF3-B155-400F307676C9}" type="presOf" srcId="{7640E6F2-199A-4A9B-8652-843A39A1EBAE}" destId="{CF1B2185-0222-4AEE-BF0A-1304ADFDBEB9}" srcOrd="0" destOrd="0" presId="urn:microsoft.com/office/officeart/2016/7/layout/RepeatingBendingProcessNew"/>
    <dgm:cxn modelId="{B7A556D4-6C00-4509-9DC6-CC06F3C8A90B}" srcId="{39DF4B6C-1CC9-45FF-B7AA-27140A91157C}" destId="{75678BE8-CD8F-46F3-A6CA-4758289470C5}" srcOrd="1" destOrd="0" parTransId="{7C90AAD3-2E5D-44DE-94E1-EC3888713278}" sibTransId="{7640E6F2-199A-4A9B-8652-843A39A1EBAE}"/>
    <dgm:cxn modelId="{07EE70DF-9871-4865-820E-6B8FE67CF194}" type="presOf" srcId="{F5AF96BE-6DA5-4C22-949D-F3E7829A472B}" destId="{857B9BF5-E31E-4A69-8EB5-4AF5833B139C}" srcOrd="0" destOrd="0" presId="urn:microsoft.com/office/officeart/2016/7/layout/RepeatingBendingProcessNew"/>
    <dgm:cxn modelId="{4ED267E5-071D-403E-A1EF-65DBA4EF53F7}" type="presOf" srcId="{A0588721-A9E0-4889-AD18-0BF55405DB86}" destId="{F1E2B0E2-C3A8-4578-807E-73602253A710}" srcOrd="0" destOrd="0" presId="urn:microsoft.com/office/officeart/2016/7/layout/RepeatingBendingProcessNew"/>
    <dgm:cxn modelId="{6A8011E8-227C-46DF-866F-B984F97560D4}" type="presOf" srcId="{50EFDE1A-71B8-4383-A76F-4C9B6A58BB37}" destId="{AF6114A9-EF47-4446-A8F0-59185932C119}" srcOrd="0" destOrd="0" presId="urn:microsoft.com/office/officeart/2016/7/layout/RepeatingBendingProcessNew"/>
    <dgm:cxn modelId="{9F30E257-3925-45B2-8762-93A51E5A9724}" type="presParOf" srcId="{723696AF-6968-43AD-A9ED-A04FFC13A577}" destId="{B4C19754-0072-4BD3-A364-25449EEB0C77}" srcOrd="0" destOrd="0" presId="urn:microsoft.com/office/officeart/2016/7/layout/RepeatingBendingProcessNew"/>
    <dgm:cxn modelId="{5B47C3C7-83F0-425D-962F-273EFCCC114D}" type="presParOf" srcId="{723696AF-6968-43AD-A9ED-A04FFC13A577}" destId="{67F1E078-0512-4FD6-8FFB-EEBF638E0B9F}" srcOrd="1" destOrd="0" presId="urn:microsoft.com/office/officeart/2016/7/layout/RepeatingBendingProcessNew"/>
    <dgm:cxn modelId="{13868807-0C74-412A-B293-C2956C281649}" type="presParOf" srcId="{67F1E078-0512-4FD6-8FFB-EEBF638E0B9F}" destId="{F6C6C7B6-65B9-4D10-823A-C7C749545167}" srcOrd="0" destOrd="0" presId="urn:microsoft.com/office/officeart/2016/7/layout/RepeatingBendingProcessNew"/>
    <dgm:cxn modelId="{F019B884-04AE-484B-AE1C-EFBD3B3963C9}" type="presParOf" srcId="{723696AF-6968-43AD-A9ED-A04FFC13A577}" destId="{C41DC791-9258-4ADB-9272-057B517DE855}" srcOrd="2" destOrd="0" presId="urn:microsoft.com/office/officeart/2016/7/layout/RepeatingBendingProcessNew"/>
    <dgm:cxn modelId="{EEBAC709-28F6-4B10-A277-97E7EE1E8BF0}" type="presParOf" srcId="{723696AF-6968-43AD-A9ED-A04FFC13A577}" destId="{CF1B2185-0222-4AEE-BF0A-1304ADFDBEB9}" srcOrd="3" destOrd="0" presId="urn:microsoft.com/office/officeart/2016/7/layout/RepeatingBendingProcessNew"/>
    <dgm:cxn modelId="{0BEBD288-1E06-43BC-8AC8-449F1C13B02B}" type="presParOf" srcId="{CF1B2185-0222-4AEE-BF0A-1304ADFDBEB9}" destId="{212C207B-397A-467E-A779-D7E2A4F5B8A3}" srcOrd="0" destOrd="0" presId="urn:microsoft.com/office/officeart/2016/7/layout/RepeatingBendingProcessNew"/>
    <dgm:cxn modelId="{F52EFE9D-DBFD-445A-B5DF-B22D473AC090}" type="presParOf" srcId="{723696AF-6968-43AD-A9ED-A04FFC13A577}" destId="{B38AC6A9-0802-42AC-9FAA-7B6C0183D17D}" srcOrd="4" destOrd="0" presId="urn:microsoft.com/office/officeart/2016/7/layout/RepeatingBendingProcessNew"/>
    <dgm:cxn modelId="{A3AEC9A2-4D2A-454E-99A3-B4611C764CE5}" type="presParOf" srcId="{723696AF-6968-43AD-A9ED-A04FFC13A577}" destId="{981B0D67-96F4-444B-BE2C-E6BDA51121A9}" srcOrd="5" destOrd="0" presId="urn:microsoft.com/office/officeart/2016/7/layout/RepeatingBendingProcessNew"/>
    <dgm:cxn modelId="{F906682B-EE70-4C23-A730-06022E99DC07}" type="presParOf" srcId="{981B0D67-96F4-444B-BE2C-E6BDA51121A9}" destId="{0779E8C2-5D74-48A8-903F-BD0D2719B558}" srcOrd="0" destOrd="0" presId="urn:microsoft.com/office/officeart/2016/7/layout/RepeatingBendingProcessNew"/>
    <dgm:cxn modelId="{26F967D0-B27D-4CAF-AD4E-8AAF81AA1658}" type="presParOf" srcId="{723696AF-6968-43AD-A9ED-A04FFC13A577}" destId="{857B9BF5-E31E-4A69-8EB5-4AF5833B139C}" srcOrd="6" destOrd="0" presId="urn:microsoft.com/office/officeart/2016/7/layout/RepeatingBendingProcessNew"/>
    <dgm:cxn modelId="{3BAC5A7C-9184-4EB7-85B2-735770039F86}" type="presParOf" srcId="{723696AF-6968-43AD-A9ED-A04FFC13A577}" destId="{DBF9B5E1-5C33-4273-9D82-C983C9365DAD}" srcOrd="7" destOrd="0" presId="urn:microsoft.com/office/officeart/2016/7/layout/RepeatingBendingProcessNew"/>
    <dgm:cxn modelId="{7A092EA2-47BC-4CD2-88FF-066EE2090BAD}" type="presParOf" srcId="{DBF9B5E1-5C33-4273-9D82-C983C9365DAD}" destId="{AD351DD6-1CC3-41F0-8BF3-2B5562A8B9C5}" srcOrd="0" destOrd="0" presId="urn:microsoft.com/office/officeart/2016/7/layout/RepeatingBendingProcessNew"/>
    <dgm:cxn modelId="{7ECFD3F0-5433-4D0F-96A0-893D7C0704D9}" type="presParOf" srcId="{723696AF-6968-43AD-A9ED-A04FFC13A577}" destId="{AF6114A9-EF47-4446-A8F0-59185932C119}" srcOrd="8" destOrd="0" presId="urn:microsoft.com/office/officeart/2016/7/layout/RepeatingBendingProcessNew"/>
    <dgm:cxn modelId="{1FA9D454-D366-494D-BD2E-7B85FEEEDCD6}" type="presParOf" srcId="{723696AF-6968-43AD-A9ED-A04FFC13A577}" destId="{3AF3C319-3D36-4530-97D1-B8186DD76F83}" srcOrd="9" destOrd="0" presId="urn:microsoft.com/office/officeart/2016/7/layout/RepeatingBendingProcessNew"/>
    <dgm:cxn modelId="{EAAD5F71-0CED-4BD0-A21E-7CBE543A9024}" type="presParOf" srcId="{3AF3C319-3D36-4530-97D1-B8186DD76F83}" destId="{02287B23-24DC-4492-BBAE-A2EA473447A3}" srcOrd="0" destOrd="0" presId="urn:microsoft.com/office/officeart/2016/7/layout/RepeatingBendingProcessNew"/>
    <dgm:cxn modelId="{08319252-9190-4699-BE03-3E728A3E0B0B}" type="presParOf" srcId="{723696AF-6968-43AD-A9ED-A04FFC13A577}" destId="{F1E2B0E2-C3A8-4578-807E-73602253A710}" srcOrd="10" destOrd="0" presId="urn:microsoft.com/office/officeart/2016/7/layout/RepeatingBendingProcessNew"/>
    <dgm:cxn modelId="{97F80B7F-38EF-4B1C-9602-9CB70ADA171B}" type="presParOf" srcId="{723696AF-6968-43AD-A9ED-A04FFC13A577}" destId="{F36F58E3-8EFC-41C0-8613-0009F76A7A39}" srcOrd="11" destOrd="0" presId="urn:microsoft.com/office/officeart/2016/7/layout/RepeatingBendingProcessNew"/>
    <dgm:cxn modelId="{C74DA514-E958-4866-BF3A-460108AC1350}" type="presParOf" srcId="{F36F58E3-8EFC-41C0-8613-0009F76A7A39}" destId="{CAD120D0-1056-4929-88B2-A12F2FBFBB72}" srcOrd="0" destOrd="0" presId="urn:microsoft.com/office/officeart/2016/7/layout/RepeatingBendingProcessNew"/>
    <dgm:cxn modelId="{E2BEBC4E-C617-43D2-960E-6E88DBCCA81E}" type="presParOf" srcId="{723696AF-6968-43AD-A9ED-A04FFC13A577}" destId="{14AB2708-0D64-467F-B49B-39458BDF0C46}"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6A7289-CCF7-47A4-9437-48F55D8C85E8}">
      <dsp:nvSpPr>
        <dsp:cNvPr id="0" name=""/>
        <dsp:cNvSpPr/>
      </dsp:nvSpPr>
      <dsp:spPr>
        <a:xfrm>
          <a:off x="0" y="77180"/>
          <a:ext cx="6666833" cy="6879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 Quick Look at AI Today</a:t>
          </a:r>
        </a:p>
      </dsp:txBody>
      <dsp:txXfrm>
        <a:off x="33583" y="110763"/>
        <a:ext cx="6599667" cy="620794"/>
      </dsp:txXfrm>
    </dsp:sp>
    <dsp:sp modelId="{FA44E928-0AD6-4EC9-BC4A-D7F74CB14ACA}">
      <dsp:nvSpPr>
        <dsp:cNvPr id="0" name=""/>
        <dsp:cNvSpPr/>
      </dsp:nvSpPr>
      <dsp:spPr>
        <a:xfrm>
          <a:off x="0" y="845780"/>
          <a:ext cx="6666833" cy="687960"/>
        </a:xfrm>
        <a:prstGeom prst="roundRect">
          <a:avLst/>
        </a:prstGeom>
        <a:gradFill rotWithShape="0">
          <a:gsLst>
            <a:gs pos="0">
              <a:schemeClr val="accent5">
                <a:hueOff val="-2025358"/>
                <a:satOff val="-138"/>
                <a:lumOff val="327"/>
                <a:alphaOff val="0"/>
                <a:satMod val="103000"/>
                <a:lumMod val="102000"/>
                <a:tint val="94000"/>
              </a:schemeClr>
            </a:gs>
            <a:gs pos="50000">
              <a:schemeClr val="accent5">
                <a:hueOff val="-2025358"/>
                <a:satOff val="-138"/>
                <a:lumOff val="327"/>
                <a:alphaOff val="0"/>
                <a:satMod val="110000"/>
                <a:lumMod val="100000"/>
                <a:shade val="100000"/>
              </a:schemeClr>
            </a:gs>
            <a:gs pos="100000">
              <a:schemeClr val="accent5">
                <a:hueOff val="-2025358"/>
                <a:satOff val="-138"/>
                <a:lumOff val="32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It’s All About the Chatbots!</a:t>
          </a:r>
        </a:p>
      </dsp:txBody>
      <dsp:txXfrm>
        <a:off x="33583" y="879363"/>
        <a:ext cx="6599667" cy="620794"/>
      </dsp:txXfrm>
    </dsp:sp>
    <dsp:sp modelId="{D23896DC-1A04-4688-8E40-6B152F33E206}">
      <dsp:nvSpPr>
        <dsp:cNvPr id="0" name=""/>
        <dsp:cNvSpPr/>
      </dsp:nvSpPr>
      <dsp:spPr>
        <a:xfrm>
          <a:off x="0" y="1614380"/>
          <a:ext cx="6666833" cy="687960"/>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Powerful AI Use Cases</a:t>
          </a:r>
        </a:p>
      </dsp:txBody>
      <dsp:txXfrm>
        <a:off x="33583" y="1647963"/>
        <a:ext cx="6599667" cy="620794"/>
      </dsp:txXfrm>
    </dsp:sp>
    <dsp:sp modelId="{1FEFD4C8-3CF7-4B8A-9FF2-B6C84972B08A}">
      <dsp:nvSpPr>
        <dsp:cNvPr id="0" name=""/>
        <dsp:cNvSpPr/>
      </dsp:nvSpPr>
      <dsp:spPr>
        <a:xfrm>
          <a:off x="0" y="2382980"/>
          <a:ext cx="6666833" cy="68796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 Few Tools to Try Out</a:t>
          </a:r>
        </a:p>
      </dsp:txBody>
      <dsp:txXfrm>
        <a:off x="33583" y="2416563"/>
        <a:ext cx="6599667" cy="620794"/>
      </dsp:txXfrm>
    </dsp:sp>
    <dsp:sp modelId="{4354C5D9-7C9E-4D39-9DBA-239428C496AD}">
      <dsp:nvSpPr>
        <dsp:cNvPr id="0" name=""/>
        <dsp:cNvSpPr/>
      </dsp:nvSpPr>
      <dsp:spPr>
        <a:xfrm>
          <a:off x="0" y="3151580"/>
          <a:ext cx="6666833" cy="687960"/>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Developing an AI Policy</a:t>
          </a:r>
        </a:p>
      </dsp:txBody>
      <dsp:txXfrm>
        <a:off x="33583" y="3185163"/>
        <a:ext cx="6599667" cy="620794"/>
      </dsp:txXfrm>
    </dsp:sp>
    <dsp:sp modelId="{66BCE334-C298-4773-B2A8-F6946451446E}">
      <dsp:nvSpPr>
        <dsp:cNvPr id="0" name=""/>
        <dsp:cNvSpPr/>
      </dsp:nvSpPr>
      <dsp:spPr>
        <a:xfrm>
          <a:off x="0" y="3920180"/>
          <a:ext cx="6666833" cy="687960"/>
        </a:xfrm>
        <a:prstGeom prst="roundRect">
          <a:avLst/>
        </a:prstGeom>
        <a:gradFill rotWithShape="0">
          <a:gsLst>
            <a:gs pos="0">
              <a:schemeClr val="accent5">
                <a:hueOff val="-10126791"/>
                <a:satOff val="-688"/>
                <a:lumOff val="1634"/>
                <a:alphaOff val="0"/>
                <a:satMod val="103000"/>
                <a:lumMod val="102000"/>
                <a:tint val="94000"/>
              </a:schemeClr>
            </a:gs>
            <a:gs pos="50000">
              <a:schemeClr val="accent5">
                <a:hueOff val="-10126791"/>
                <a:satOff val="-688"/>
                <a:lumOff val="1634"/>
                <a:alphaOff val="0"/>
                <a:satMod val="110000"/>
                <a:lumMod val="100000"/>
                <a:shade val="100000"/>
              </a:schemeClr>
            </a:gs>
            <a:gs pos="100000">
              <a:schemeClr val="accent5">
                <a:hueOff val="-10126791"/>
                <a:satOff val="-688"/>
                <a:lumOff val="163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Moving from Novel to Normal</a:t>
          </a:r>
        </a:p>
      </dsp:txBody>
      <dsp:txXfrm>
        <a:off x="33583" y="3953763"/>
        <a:ext cx="6599667" cy="620794"/>
      </dsp:txXfrm>
    </dsp:sp>
    <dsp:sp modelId="{DDDB87DE-2E61-48D4-B5D1-1D6A72BBAD4B}">
      <dsp:nvSpPr>
        <dsp:cNvPr id="0" name=""/>
        <dsp:cNvSpPr/>
      </dsp:nvSpPr>
      <dsp:spPr>
        <a:xfrm>
          <a:off x="0" y="4688779"/>
          <a:ext cx="6666833" cy="6879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Next Steps and Resources</a:t>
          </a:r>
        </a:p>
      </dsp:txBody>
      <dsp:txXfrm>
        <a:off x="33583" y="4722362"/>
        <a:ext cx="6599667" cy="6207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F663D-D1D4-48AB-B52A-12B3B286A0D0}">
      <dsp:nvSpPr>
        <dsp:cNvPr id="0" name=""/>
        <dsp:cNvSpPr/>
      </dsp:nvSpPr>
      <dsp:spPr>
        <a:xfrm>
          <a:off x="853" y="0"/>
          <a:ext cx="3457633" cy="3689405"/>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55700">
            <a:lnSpc>
              <a:spcPct val="90000"/>
            </a:lnSpc>
            <a:spcBef>
              <a:spcPct val="0"/>
            </a:spcBef>
            <a:spcAft>
              <a:spcPct val="35000"/>
            </a:spcAft>
            <a:buNone/>
          </a:pPr>
          <a:r>
            <a:rPr lang="en-US" sz="2600" b="0" i="0" kern="1200"/>
            <a:t>Structure your prompts with #1 Persona, #2 Task, #3 Context, and #4 Format.</a:t>
          </a:r>
          <a:endParaRPr lang="en-US" sz="2600" kern="1200"/>
        </a:p>
      </dsp:txBody>
      <dsp:txXfrm>
        <a:off x="853" y="1475762"/>
        <a:ext cx="3457633" cy="2213643"/>
      </dsp:txXfrm>
    </dsp:sp>
    <dsp:sp modelId="{3D7CAEB4-3603-4EEA-BEF5-E6C059250702}">
      <dsp:nvSpPr>
        <dsp:cNvPr id="0" name=""/>
        <dsp:cNvSpPr/>
      </dsp:nvSpPr>
      <dsp:spPr>
        <a:xfrm>
          <a:off x="853" y="0"/>
          <a:ext cx="3457633" cy="147576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53" y="0"/>
        <a:ext cx="3457633" cy="1475762"/>
      </dsp:txXfrm>
    </dsp:sp>
    <dsp:sp modelId="{0160A769-316B-4874-95D7-1C3B873B0F57}">
      <dsp:nvSpPr>
        <dsp:cNvPr id="0" name=""/>
        <dsp:cNvSpPr/>
      </dsp:nvSpPr>
      <dsp:spPr>
        <a:xfrm>
          <a:off x="3735097" y="0"/>
          <a:ext cx="3457633" cy="3689405"/>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55700">
            <a:lnSpc>
              <a:spcPct val="90000"/>
            </a:lnSpc>
            <a:spcBef>
              <a:spcPct val="0"/>
            </a:spcBef>
            <a:spcAft>
              <a:spcPct val="35000"/>
            </a:spcAft>
            <a:buNone/>
          </a:pPr>
          <a:r>
            <a:rPr lang="en-US" sz="2600" b="0" i="0" kern="1200"/>
            <a:t>Use natural language and specific requests (like tone and constraints).</a:t>
          </a:r>
          <a:endParaRPr lang="en-US" sz="2600" kern="1200"/>
        </a:p>
      </dsp:txBody>
      <dsp:txXfrm>
        <a:off x="3735097" y="1475762"/>
        <a:ext cx="3457633" cy="2213643"/>
      </dsp:txXfrm>
    </dsp:sp>
    <dsp:sp modelId="{2B8F4D33-9913-4237-9168-2AD25227F940}">
      <dsp:nvSpPr>
        <dsp:cNvPr id="0" name=""/>
        <dsp:cNvSpPr/>
      </dsp:nvSpPr>
      <dsp:spPr>
        <a:xfrm>
          <a:off x="3735097" y="0"/>
          <a:ext cx="3457633" cy="147576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35097" y="0"/>
        <a:ext cx="3457633" cy="1475762"/>
      </dsp:txXfrm>
    </dsp:sp>
    <dsp:sp modelId="{86BB82A0-D7A8-43FB-AB44-D31B010CD662}">
      <dsp:nvSpPr>
        <dsp:cNvPr id="0" name=""/>
        <dsp:cNvSpPr/>
      </dsp:nvSpPr>
      <dsp:spPr>
        <a:xfrm>
          <a:off x="7469341" y="0"/>
          <a:ext cx="3457633" cy="3689405"/>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55700">
            <a:lnSpc>
              <a:spcPct val="90000"/>
            </a:lnSpc>
            <a:spcBef>
              <a:spcPct val="0"/>
            </a:spcBef>
            <a:spcAft>
              <a:spcPct val="35000"/>
            </a:spcAft>
            <a:buNone/>
          </a:pPr>
          <a:r>
            <a:rPr lang="en-US" sz="2600" b="0" i="0" kern="1200"/>
            <a:t>Break complex tasks into smaller prompts.</a:t>
          </a:r>
          <a:endParaRPr lang="en-US" sz="2600" kern="1200"/>
        </a:p>
      </dsp:txBody>
      <dsp:txXfrm>
        <a:off x="7469341" y="1475762"/>
        <a:ext cx="3457633" cy="2213643"/>
      </dsp:txXfrm>
    </dsp:sp>
    <dsp:sp modelId="{66E1EDFF-6A05-4216-BB6E-4A9AC0047800}">
      <dsp:nvSpPr>
        <dsp:cNvPr id="0" name=""/>
        <dsp:cNvSpPr/>
      </dsp:nvSpPr>
      <dsp:spPr>
        <a:xfrm>
          <a:off x="7469341" y="0"/>
          <a:ext cx="3457633" cy="147576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469341" y="0"/>
        <a:ext cx="3457633" cy="14757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AF738C-F9E4-4B74-BDA9-16CAFA30B3D2}">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2EAD33-E9B6-4FAC-A8F6-3DA62346D1B6}">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85A255-0220-4653-8EE4-708092F0A871}">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244600">
            <a:lnSpc>
              <a:spcPct val="100000"/>
            </a:lnSpc>
            <a:spcBef>
              <a:spcPct val="0"/>
            </a:spcBef>
            <a:spcAft>
              <a:spcPct val="35000"/>
            </a:spcAft>
            <a:buNone/>
          </a:pPr>
          <a:r>
            <a:rPr lang="en-US" sz="2800" kern="1200" dirty="0">
              <a:hlinkClick xmlns:r="http://schemas.openxmlformats.org/officeDocument/2006/relationships" r:id="rId3"/>
            </a:rPr>
            <a:t>Useful Prompts for Chatbots from TCEA</a:t>
          </a:r>
          <a:endParaRPr lang="en-US" sz="2800" kern="1200" dirty="0"/>
        </a:p>
      </dsp:txBody>
      <dsp:txXfrm>
        <a:off x="1507738" y="707092"/>
        <a:ext cx="9007861" cy="1305401"/>
      </dsp:txXfrm>
    </dsp:sp>
    <dsp:sp modelId="{CB294729-5971-4BC6-BAA0-D3ADB0152929}">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998561-5CC5-4766-B770-3CB0E5668F38}">
      <dsp:nvSpPr>
        <dsp:cNvPr id="0" name=""/>
        <dsp:cNvSpPr/>
      </dsp:nvSpPr>
      <dsp:spPr>
        <a:xfrm>
          <a:off x="394883" y="2632559"/>
          <a:ext cx="717970" cy="717970"/>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BEC40F-B3ED-43B3-B138-E5C6C6124133}">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244600">
            <a:lnSpc>
              <a:spcPct val="100000"/>
            </a:lnSpc>
            <a:spcBef>
              <a:spcPct val="0"/>
            </a:spcBef>
            <a:spcAft>
              <a:spcPct val="35000"/>
            </a:spcAft>
            <a:buNone/>
          </a:pPr>
          <a:r>
            <a:rPr lang="en-US" sz="2800" kern="1200" dirty="0">
              <a:hlinkClick xmlns:r="http://schemas.openxmlformats.org/officeDocument/2006/relationships" r:id="rId6"/>
            </a:rPr>
            <a:t>Claude’s Prompt Library</a:t>
          </a:r>
          <a:endParaRPr lang="en-US" sz="2800" kern="1200" dirty="0"/>
        </a:p>
      </dsp:txBody>
      <dsp:txXfrm>
        <a:off x="1507738" y="2338844"/>
        <a:ext cx="9007861" cy="13054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B3172-2C43-4119-8B9C-C54CF2A94B75}">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55C108-44E8-4B59-9A02-F1A38A1DB9BC}">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71FBD1-46A1-445E-BFF0-62BE24E261C7}">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What are we currently doing that we could do faster and/or more efficiently using AI tools?</a:t>
          </a:r>
        </a:p>
      </dsp:txBody>
      <dsp:txXfrm>
        <a:off x="1057183" y="1805"/>
        <a:ext cx="9458416" cy="915310"/>
      </dsp:txXfrm>
    </dsp:sp>
    <dsp:sp modelId="{87092EBA-17BB-4381-AB74-D549B4A05CD5}">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1F6DFF-0A07-4CBB-9F9C-EDC57E211BFB}">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523790-8E75-4FA6-825F-7D9BF81309A5}">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What are we not currently able to do that we wish we could? Could AI tools help us with that?</a:t>
          </a:r>
        </a:p>
      </dsp:txBody>
      <dsp:txXfrm>
        <a:off x="1057183" y="1145944"/>
        <a:ext cx="9458416" cy="915310"/>
      </dsp:txXfrm>
    </dsp:sp>
    <dsp:sp modelId="{2719AA4D-5BE9-4C8E-8492-8DB39107AA1D}">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3E9482-2273-4B9C-9C90-B064F1A48573}">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884A17-3B15-4C67-82DE-2CCDA1B03E35}">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What, if anything, are we currently doing that could be completely turned over to AI tools?</a:t>
          </a:r>
        </a:p>
      </dsp:txBody>
      <dsp:txXfrm>
        <a:off x="1057183" y="2290082"/>
        <a:ext cx="9458416" cy="915310"/>
      </dsp:txXfrm>
    </dsp:sp>
    <dsp:sp modelId="{BA17A67C-ACC8-4B3D-BFD7-4F4038618503}">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B5FCC7-D73E-4FE8-B70D-1740DB4D51C4}">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1A6F6B-EC01-48A0-A540-5A178CA90D6E}">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i="1" kern="1200"/>
            <a:t>It’s important to be both honest and specific in your answers!</a:t>
          </a:r>
          <a:endParaRPr lang="en-US" sz="2200" kern="1200"/>
        </a:p>
      </dsp:txBody>
      <dsp:txXfrm>
        <a:off x="1057183" y="3434221"/>
        <a:ext cx="9458416" cy="915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B0B6ED-76EC-4BEA-9B20-EDD2F7C0F510}">
      <dsp:nvSpPr>
        <dsp:cNvPr id="0" name=""/>
        <dsp:cNvSpPr/>
      </dsp:nvSpPr>
      <dsp:spPr>
        <a:xfrm>
          <a:off x="3201" y="193789"/>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Create engaging content for the community</a:t>
          </a:r>
        </a:p>
      </dsp:txBody>
      <dsp:txXfrm>
        <a:off x="3201" y="193789"/>
        <a:ext cx="2539866" cy="1523919"/>
      </dsp:txXfrm>
    </dsp:sp>
    <dsp:sp modelId="{D5D9A763-0FFE-469B-AC75-CC059AAF317C}">
      <dsp:nvSpPr>
        <dsp:cNvPr id="0" name=""/>
        <dsp:cNvSpPr/>
      </dsp:nvSpPr>
      <dsp:spPr>
        <a:xfrm>
          <a:off x="2797054" y="193789"/>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Predictive analytics for member retention</a:t>
          </a:r>
        </a:p>
      </dsp:txBody>
      <dsp:txXfrm>
        <a:off x="2797054" y="193789"/>
        <a:ext cx="2539866" cy="1523919"/>
      </dsp:txXfrm>
    </dsp:sp>
    <dsp:sp modelId="{78EEB597-59A2-4D0E-82D1-6C8C5842C4D8}">
      <dsp:nvSpPr>
        <dsp:cNvPr id="0" name=""/>
        <dsp:cNvSpPr/>
      </dsp:nvSpPr>
      <dsp:spPr>
        <a:xfrm>
          <a:off x="5590907" y="193789"/>
          <a:ext cx="2539866" cy="1523919"/>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Personalized member communication and customer service bots</a:t>
          </a:r>
        </a:p>
      </dsp:txBody>
      <dsp:txXfrm>
        <a:off x="5590907" y="193789"/>
        <a:ext cx="2539866" cy="1523919"/>
      </dsp:txXfrm>
    </dsp:sp>
    <dsp:sp modelId="{AB5F806F-BD40-46D4-8013-3EF19BEBB4C0}">
      <dsp:nvSpPr>
        <dsp:cNvPr id="0" name=""/>
        <dsp:cNvSpPr/>
      </dsp:nvSpPr>
      <dsp:spPr>
        <a:xfrm>
          <a:off x="8384760" y="193789"/>
          <a:ext cx="2539866" cy="1523919"/>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Automated personalized membership renewals</a:t>
          </a:r>
        </a:p>
      </dsp:txBody>
      <dsp:txXfrm>
        <a:off x="8384760" y="193789"/>
        <a:ext cx="2539866" cy="1523919"/>
      </dsp:txXfrm>
    </dsp:sp>
    <dsp:sp modelId="{00D0FFA4-6C37-49B2-AC24-15C728ED490A}">
      <dsp:nvSpPr>
        <dsp:cNvPr id="0" name=""/>
        <dsp:cNvSpPr/>
      </dsp:nvSpPr>
      <dsp:spPr>
        <a:xfrm>
          <a:off x="3201" y="1971695"/>
          <a:ext cx="2539866" cy="1523919"/>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AI-powered surveys and feedback collection</a:t>
          </a:r>
        </a:p>
      </dsp:txBody>
      <dsp:txXfrm>
        <a:off x="3201" y="1971695"/>
        <a:ext cx="2539866" cy="1523919"/>
      </dsp:txXfrm>
    </dsp:sp>
    <dsp:sp modelId="{CF634F03-00E8-4008-A42D-0CD556F4A43F}">
      <dsp:nvSpPr>
        <dsp:cNvPr id="0" name=""/>
        <dsp:cNvSpPr/>
      </dsp:nvSpPr>
      <dsp:spPr>
        <a:xfrm>
          <a:off x="2797054" y="1971695"/>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Behavioral analysis for member segmentation</a:t>
          </a:r>
        </a:p>
      </dsp:txBody>
      <dsp:txXfrm>
        <a:off x="2797054" y="1971695"/>
        <a:ext cx="2539866" cy="1523919"/>
      </dsp:txXfrm>
    </dsp:sp>
    <dsp:sp modelId="{E04EA7C3-CF8C-422F-A7A2-EE5EC4409BE9}">
      <dsp:nvSpPr>
        <dsp:cNvPr id="0" name=""/>
        <dsp:cNvSpPr/>
      </dsp:nvSpPr>
      <dsp:spPr>
        <a:xfrm>
          <a:off x="5590907" y="1971695"/>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Conduct market research</a:t>
          </a:r>
        </a:p>
      </dsp:txBody>
      <dsp:txXfrm>
        <a:off x="5590907" y="1971695"/>
        <a:ext cx="2539866" cy="1523919"/>
      </dsp:txXfrm>
    </dsp:sp>
    <dsp:sp modelId="{AA89C9FD-6F25-405E-B59A-8E2C704C8EF4}">
      <dsp:nvSpPr>
        <dsp:cNvPr id="0" name=""/>
        <dsp:cNvSpPr/>
      </dsp:nvSpPr>
      <dsp:spPr>
        <a:xfrm>
          <a:off x="8384760" y="1971695"/>
          <a:ext cx="2539866" cy="1523919"/>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Create and manage an advocacy campaign with a tool like </a:t>
          </a:r>
          <a:r>
            <a:rPr lang="en-US" sz="2000" kern="1200" dirty="0">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Rally Starter</a:t>
          </a:r>
          <a:endParaRPr lang="en-US" sz="2000" kern="1200" dirty="0">
            <a:solidFill>
              <a:schemeClr val="bg1"/>
            </a:solidFill>
          </a:endParaRPr>
        </a:p>
      </dsp:txBody>
      <dsp:txXfrm>
        <a:off x="8384760" y="1971695"/>
        <a:ext cx="2539866" cy="15239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D500CB-F54C-4175-ACAC-2D0CB7E24CBA}">
      <dsp:nvSpPr>
        <dsp:cNvPr id="0" name=""/>
        <dsp:cNvSpPr/>
      </dsp:nvSpPr>
      <dsp:spPr>
        <a:xfrm>
          <a:off x="582645"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Generate task flow charts</a:t>
          </a:r>
          <a:endParaRPr lang="en-US" sz="2000" kern="1200"/>
        </a:p>
      </dsp:txBody>
      <dsp:txXfrm>
        <a:off x="582645" y="1178"/>
        <a:ext cx="2174490" cy="1304694"/>
      </dsp:txXfrm>
    </dsp:sp>
    <dsp:sp modelId="{FE2962ED-1051-4CE5-B8AD-4010C58802F8}">
      <dsp:nvSpPr>
        <dsp:cNvPr id="0" name=""/>
        <dsp:cNvSpPr/>
      </dsp:nvSpPr>
      <dsp:spPr>
        <a:xfrm>
          <a:off x="297458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Venue selection</a:t>
          </a:r>
          <a:endParaRPr lang="en-US" sz="2000" kern="1200"/>
        </a:p>
      </dsp:txBody>
      <dsp:txXfrm>
        <a:off x="2974584" y="1178"/>
        <a:ext cx="2174490" cy="1304694"/>
      </dsp:txXfrm>
    </dsp:sp>
    <dsp:sp modelId="{E086AC1B-3012-4A9B-A87C-11B99F51D237}">
      <dsp:nvSpPr>
        <dsp:cNvPr id="0" name=""/>
        <dsp:cNvSpPr/>
      </dsp:nvSpPr>
      <dsp:spPr>
        <a:xfrm>
          <a:off x="536652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Speaker bios and descriptions</a:t>
          </a:r>
          <a:endParaRPr lang="en-US" sz="2000" kern="1200"/>
        </a:p>
      </dsp:txBody>
      <dsp:txXfrm>
        <a:off x="5366524" y="1178"/>
        <a:ext cx="2174490" cy="1304694"/>
      </dsp:txXfrm>
    </dsp:sp>
    <dsp:sp modelId="{4FE08179-22B9-4E10-970B-0054B41FB7AF}">
      <dsp:nvSpPr>
        <dsp:cNvPr id="0" name=""/>
        <dsp:cNvSpPr/>
      </dsp:nvSpPr>
      <dsp:spPr>
        <a:xfrm>
          <a:off x="775846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Scheduling</a:t>
          </a:r>
          <a:endParaRPr lang="en-US" sz="2000" kern="1200"/>
        </a:p>
      </dsp:txBody>
      <dsp:txXfrm>
        <a:off x="7758464" y="1178"/>
        <a:ext cx="2174490" cy="1304694"/>
      </dsp:txXfrm>
    </dsp:sp>
    <dsp:sp modelId="{7BF09B11-EF41-4C6E-91CF-E39E674A134E}">
      <dsp:nvSpPr>
        <dsp:cNvPr id="0" name=""/>
        <dsp:cNvSpPr/>
      </dsp:nvSpPr>
      <dsp:spPr>
        <a:xfrm>
          <a:off x="582645"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Identify potential sponsors</a:t>
          </a:r>
          <a:endParaRPr lang="en-US" sz="2000" kern="1200"/>
        </a:p>
      </dsp:txBody>
      <dsp:txXfrm>
        <a:off x="582645" y="1523321"/>
        <a:ext cx="2174490" cy="1304694"/>
      </dsp:txXfrm>
    </dsp:sp>
    <dsp:sp modelId="{C05F1FB3-7338-4A00-B167-B2D6792635AA}">
      <dsp:nvSpPr>
        <dsp:cNvPr id="0" name=""/>
        <dsp:cNvSpPr/>
      </dsp:nvSpPr>
      <dsp:spPr>
        <a:xfrm>
          <a:off x="297458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Identify potential customers and attendees</a:t>
          </a:r>
          <a:endParaRPr lang="en-US" sz="2000" kern="1200"/>
        </a:p>
      </dsp:txBody>
      <dsp:txXfrm>
        <a:off x="2974584" y="1523321"/>
        <a:ext cx="2174490" cy="1304694"/>
      </dsp:txXfrm>
    </dsp:sp>
    <dsp:sp modelId="{7FF3DE06-4562-4669-90AD-1C5CEC25BD6E}">
      <dsp:nvSpPr>
        <dsp:cNvPr id="0" name=""/>
        <dsp:cNvSpPr/>
      </dsp:nvSpPr>
      <dsp:spPr>
        <a:xfrm>
          <a:off x="536652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Automate registration and ticketing process</a:t>
          </a:r>
          <a:endParaRPr lang="en-US" sz="2000" kern="1200"/>
        </a:p>
      </dsp:txBody>
      <dsp:txXfrm>
        <a:off x="5366524" y="1523321"/>
        <a:ext cx="2174490" cy="1304694"/>
      </dsp:txXfrm>
    </dsp:sp>
    <dsp:sp modelId="{E1191EB7-A716-4A74-8705-C036FF9F87E3}">
      <dsp:nvSpPr>
        <dsp:cNvPr id="0" name=""/>
        <dsp:cNvSpPr/>
      </dsp:nvSpPr>
      <dsp:spPr>
        <a:xfrm>
          <a:off x="775846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Personalized session recommendations for attendees</a:t>
          </a:r>
          <a:endParaRPr lang="en-US" sz="2000" kern="1200"/>
        </a:p>
      </dsp:txBody>
      <dsp:txXfrm>
        <a:off x="7758464" y="1523321"/>
        <a:ext cx="2174490" cy="1304694"/>
      </dsp:txXfrm>
    </dsp:sp>
    <dsp:sp modelId="{05C70BE0-F709-4F90-A5E3-E74C74E66475}">
      <dsp:nvSpPr>
        <dsp:cNvPr id="0" name=""/>
        <dsp:cNvSpPr/>
      </dsp:nvSpPr>
      <dsp:spPr>
        <a:xfrm>
          <a:off x="2974584"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Streamline and automate communications</a:t>
          </a:r>
          <a:endParaRPr lang="en-US" sz="2000" kern="1200"/>
        </a:p>
      </dsp:txBody>
      <dsp:txXfrm>
        <a:off x="2974584" y="3045465"/>
        <a:ext cx="2174490" cy="1304694"/>
      </dsp:txXfrm>
    </dsp:sp>
    <dsp:sp modelId="{22587E52-7464-47BB-B690-B27850E6E9D5}">
      <dsp:nvSpPr>
        <dsp:cNvPr id="0" name=""/>
        <dsp:cNvSpPr/>
      </dsp:nvSpPr>
      <dsp:spPr>
        <a:xfrm>
          <a:off x="5366524"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Analyze registrant data to see who will be there</a:t>
          </a:r>
          <a:endParaRPr lang="en-US" sz="2000" kern="1200"/>
        </a:p>
      </dsp:txBody>
      <dsp:txXfrm>
        <a:off x="5366524" y="3045465"/>
        <a:ext cx="2174490" cy="13046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D2E2A-CBCC-4E71-A74D-51E62F6F3490}">
      <dsp:nvSpPr>
        <dsp:cNvPr id="0" name=""/>
        <dsp:cNvSpPr/>
      </dsp:nvSpPr>
      <dsp:spPr>
        <a:xfrm>
          <a:off x="0" y="72008"/>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AI-driven content creation tools</a:t>
          </a:r>
        </a:p>
      </dsp:txBody>
      <dsp:txXfrm>
        <a:off x="31185" y="103193"/>
        <a:ext cx="10453230" cy="576450"/>
      </dsp:txXfrm>
    </dsp:sp>
    <dsp:sp modelId="{FED5F4AE-25BF-4A78-B240-2A9A44261369}">
      <dsp:nvSpPr>
        <dsp:cNvPr id="0" name=""/>
        <dsp:cNvSpPr/>
      </dsp:nvSpPr>
      <dsp:spPr>
        <a:xfrm>
          <a:off x="0" y="7857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Adaptive learning pathways</a:t>
          </a:r>
        </a:p>
      </dsp:txBody>
      <dsp:txXfrm>
        <a:off x="31185" y="816894"/>
        <a:ext cx="10453230" cy="576450"/>
      </dsp:txXfrm>
    </dsp:sp>
    <dsp:sp modelId="{DC48F08B-827B-46D9-8320-81A3ED2E9EA1}">
      <dsp:nvSpPr>
        <dsp:cNvPr id="0" name=""/>
        <dsp:cNvSpPr/>
      </dsp:nvSpPr>
      <dsp:spPr>
        <a:xfrm>
          <a:off x="0" y="14994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Prototyping with AI</a:t>
          </a:r>
        </a:p>
      </dsp:txBody>
      <dsp:txXfrm>
        <a:off x="31185" y="1530594"/>
        <a:ext cx="10453230" cy="576450"/>
      </dsp:txXfrm>
    </dsp:sp>
    <dsp:sp modelId="{19811923-A40C-4034-A718-A578ECCBFAA6}">
      <dsp:nvSpPr>
        <dsp:cNvPr id="0" name=""/>
        <dsp:cNvSpPr/>
      </dsp:nvSpPr>
      <dsp:spPr>
        <a:xfrm>
          <a:off x="0" y="22131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AI-powered content curation</a:t>
          </a:r>
        </a:p>
      </dsp:txBody>
      <dsp:txXfrm>
        <a:off x="31185" y="2244294"/>
        <a:ext cx="10453230" cy="576450"/>
      </dsp:txXfrm>
    </dsp:sp>
    <dsp:sp modelId="{2FBCFA61-45B9-495A-B91C-89FD1973F571}">
      <dsp:nvSpPr>
        <dsp:cNvPr id="0" name=""/>
        <dsp:cNvSpPr/>
      </dsp:nvSpPr>
      <dsp:spPr>
        <a:xfrm>
          <a:off x="0" y="29268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Collaborative AI platforms</a:t>
          </a:r>
        </a:p>
      </dsp:txBody>
      <dsp:txXfrm>
        <a:off x="31185" y="2957994"/>
        <a:ext cx="10453230" cy="576450"/>
      </dsp:txXfrm>
    </dsp:sp>
    <dsp:sp modelId="{D1B2061E-EF4A-435C-94E3-1B4D0A1F890E}">
      <dsp:nvSpPr>
        <dsp:cNvPr id="0" name=""/>
        <dsp:cNvSpPr/>
      </dsp:nvSpPr>
      <dsp:spPr>
        <a:xfrm>
          <a:off x="0" y="36405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Text to video generators such as a tool like </a:t>
          </a:r>
          <a:r>
            <a:rPr lang="en-US" sz="2600" kern="1200" dirty="0" err="1">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Synthesia</a:t>
          </a:r>
          <a:endParaRPr lang="en-US" sz="2600" kern="1200" dirty="0">
            <a:solidFill>
              <a:schemeClr val="bg1"/>
            </a:solidFill>
          </a:endParaRPr>
        </a:p>
      </dsp:txBody>
      <dsp:txXfrm>
        <a:off x="31185" y="3671694"/>
        <a:ext cx="10453230" cy="5764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7A04A6-2CB9-4C8A-A825-7F1473A18DDC}">
      <dsp:nvSpPr>
        <dsp:cNvPr id="0" name=""/>
        <dsp:cNvSpPr/>
      </dsp:nvSpPr>
      <dsp:spPr>
        <a:xfrm>
          <a:off x="205509" y="619429"/>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80396E-A2B1-4D9D-9808-426840CF16BE}">
      <dsp:nvSpPr>
        <dsp:cNvPr id="0" name=""/>
        <dsp:cNvSpPr/>
      </dsp:nvSpPr>
      <dsp:spPr>
        <a:xfrm>
          <a:off x="396960" y="810880"/>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E7B5BD-570A-42DA-9724-825B9B8AD31A}">
      <dsp:nvSpPr>
        <dsp:cNvPr id="0" name=""/>
        <dsp:cNvSpPr/>
      </dsp:nvSpPr>
      <dsp:spPr>
        <a:xfrm>
          <a:off x="1312541"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Knowledge assistant chatbots with a tool such as </a:t>
          </a:r>
          <a:r>
            <a:rPr lang="en-US" sz="2400" kern="1200">
              <a:hlinkClick xmlns:r="http://schemas.openxmlformats.org/officeDocument/2006/relationships" r:id="rId3"/>
            </a:rPr>
            <a:t>MyAskAI</a:t>
          </a:r>
          <a:endParaRPr lang="en-US" sz="2400" kern="1200"/>
        </a:p>
      </dsp:txBody>
      <dsp:txXfrm>
        <a:off x="1312541" y="619429"/>
        <a:ext cx="2148945" cy="911674"/>
      </dsp:txXfrm>
    </dsp:sp>
    <dsp:sp modelId="{73313D05-C81C-4540-B4A2-2C3C0F2D2AD4}">
      <dsp:nvSpPr>
        <dsp:cNvPr id="0" name=""/>
        <dsp:cNvSpPr/>
      </dsp:nvSpPr>
      <dsp:spPr>
        <a:xfrm>
          <a:off x="3835925" y="619429"/>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F528C4-2A8C-4FDE-A63C-800A2E8F0C6F}">
      <dsp:nvSpPr>
        <dsp:cNvPr id="0" name=""/>
        <dsp:cNvSpPr/>
      </dsp:nvSpPr>
      <dsp:spPr>
        <a:xfrm>
          <a:off x="4027376" y="810880"/>
          <a:ext cx="528770" cy="528770"/>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FD5B30-A32E-426C-AA63-EC5AC39CF180}">
      <dsp:nvSpPr>
        <dsp:cNvPr id="0" name=""/>
        <dsp:cNvSpPr/>
      </dsp:nvSpPr>
      <dsp:spPr>
        <a:xfrm>
          <a:off x="4942957"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ADA compliance assessments</a:t>
          </a:r>
        </a:p>
      </dsp:txBody>
      <dsp:txXfrm>
        <a:off x="4942957" y="619429"/>
        <a:ext cx="2148945" cy="911674"/>
      </dsp:txXfrm>
    </dsp:sp>
    <dsp:sp modelId="{1A282394-E909-4CB6-AC02-FFCDB02DCABA}">
      <dsp:nvSpPr>
        <dsp:cNvPr id="0" name=""/>
        <dsp:cNvSpPr/>
      </dsp:nvSpPr>
      <dsp:spPr>
        <a:xfrm>
          <a:off x="7466341" y="619429"/>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C0DA54-C3BF-446D-9349-E47D692CD62D}">
      <dsp:nvSpPr>
        <dsp:cNvPr id="0" name=""/>
        <dsp:cNvSpPr/>
      </dsp:nvSpPr>
      <dsp:spPr>
        <a:xfrm>
          <a:off x="7657792" y="810880"/>
          <a:ext cx="528770" cy="528770"/>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F8048B-AF11-4BB3-B508-37489BAD1E57}">
      <dsp:nvSpPr>
        <dsp:cNvPr id="0" name=""/>
        <dsp:cNvSpPr/>
      </dsp:nvSpPr>
      <dsp:spPr>
        <a:xfrm>
          <a:off x="8573374"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Live closed captioning with a tool like </a:t>
          </a:r>
          <a:r>
            <a:rPr lang="en-US" sz="2400" kern="1200">
              <a:hlinkClick xmlns:r="http://schemas.openxmlformats.org/officeDocument/2006/relationships" r:id="rId8"/>
            </a:rPr>
            <a:t>AI-Live</a:t>
          </a:r>
          <a:endParaRPr lang="en-US" sz="2400" kern="1200"/>
        </a:p>
      </dsp:txBody>
      <dsp:txXfrm>
        <a:off x="8573374" y="619429"/>
        <a:ext cx="2148945" cy="911674"/>
      </dsp:txXfrm>
    </dsp:sp>
    <dsp:sp modelId="{AF9CB0D7-DF65-4EA1-8F3C-1903744DCBEE}">
      <dsp:nvSpPr>
        <dsp:cNvPr id="0" name=""/>
        <dsp:cNvSpPr/>
      </dsp:nvSpPr>
      <dsp:spPr>
        <a:xfrm>
          <a:off x="205509" y="2158301"/>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96C8A-5313-4654-A8C5-BE8766160B00}">
      <dsp:nvSpPr>
        <dsp:cNvPr id="0" name=""/>
        <dsp:cNvSpPr/>
      </dsp:nvSpPr>
      <dsp:spPr>
        <a:xfrm>
          <a:off x="396960" y="2349753"/>
          <a:ext cx="528770" cy="5287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6238F4-6FFF-42C1-B803-EBE647C50BE2}">
      <dsp:nvSpPr>
        <dsp:cNvPr id="0" name=""/>
        <dsp:cNvSpPr/>
      </dsp:nvSpPr>
      <dsp:spPr>
        <a:xfrm>
          <a:off x="1312541"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Language translation</a:t>
          </a:r>
        </a:p>
      </dsp:txBody>
      <dsp:txXfrm>
        <a:off x="1312541" y="2158301"/>
        <a:ext cx="2148945" cy="911674"/>
      </dsp:txXfrm>
    </dsp:sp>
    <dsp:sp modelId="{66FB5FD3-39CA-4EAD-8E64-C5DE6E2CAD55}">
      <dsp:nvSpPr>
        <dsp:cNvPr id="0" name=""/>
        <dsp:cNvSpPr/>
      </dsp:nvSpPr>
      <dsp:spPr>
        <a:xfrm>
          <a:off x="3835925" y="2158301"/>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3B4D2D-B723-4679-9E38-68071F323535}">
      <dsp:nvSpPr>
        <dsp:cNvPr id="0" name=""/>
        <dsp:cNvSpPr/>
      </dsp:nvSpPr>
      <dsp:spPr>
        <a:xfrm>
          <a:off x="4027376" y="2349753"/>
          <a:ext cx="528770" cy="52877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6274D8-4E31-44DD-85D4-96AB04B646D7}">
      <dsp:nvSpPr>
        <dsp:cNvPr id="0" name=""/>
        <dsp:cNvSpPr/>
      </dsp:nvSpPr>
      <dsp:spPr>
        <a:xfrm>
          <a:off x="4942957"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Content translation</a:t>
          </a:r>
        </a:p>
      </dsp:txBody>
      <dsp:txXfrm>
        <a:off x="4942957" y="2158301"/>
        <a:ext cx="2148945" cy="91167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3D51AF-2203-40E6-AC80-8B4B3E0A555D}">
      <dsp:nvSpPr>
        <dsp:cNvPr id="0" name=""/>
        <dsp:cNvSpPr/>
      </dsp:nvSpPr>
      <dsp:spPr>
        <a:xfrm>
          <a:off x="718664" y="42015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D863D6-0D94-4D08-BFC2-D5DD2461A03F}">
      <dsp:nvSpPr>
        <dsp:cNvPr id="0" name=""/>
        <dsp:cNvSpPr/>
      </dsp:nvSpPr>
      <dsp:spPr>
        <a:xfrm>
          <a:off x="1135476" y="83696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95CFC-3A8D-4173-9001-B0298C2C49C5}">
      <dsp:nvSpPr>
        <dsp:cNvPr id="0" name=""/>
        <dsp:cNvSpPr/>
      </dsp:nvSpPr>
      <dsp:spPr>
        <a:xfrm>
          <a:off x="93445" y="2985152"/>
          <a:ext cx="320625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cap="all"/>
          </a:pPr>
          <a:r>
            <a:rPr lang="en-US" sz="2800" kern="1200" cap="none" dirty="0">
              <a:hlinkClick xmlns:r="http://schemas.openxmlformats.org/officeDocument/2006/relationships" r:id="rId3"/>
            </a:rPr>
            <a:t>Organizational Uses of AI</a:t>
          </a:r>
          <a:endParaRPr lang="en-US" sz="2800" kern="1200" cap="none" dirty="0"/>
        </a:p>
      </dsp:txBody>
      <dsp:txXfrm>
        <a:off x="93445" y="2985152"/>
        <a:ext cx="3206250" cy="787500"/>
      </dsp:txXfrm>
    </dsp:sp>
    <dsp:sp modelId="{C6C6546B-07E0-420C-8D53-4F6F70FE9259}">
      <dsp:nvSpPr>
        <dsp:cNvPr id="0" name=""/>
        <dsp:cNvSpPr/>
      </dsp:nvSpPr>
      <dsp:spPr>
        <a:xfrm>
          <a:off x="4486008" y="42015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2235A3-50CB-46DA-8DAE-CEA8624F7CB8}">
      <dsp:nvSpPr>
        <dsp:cNvPr id="0" name=""/>
        <dsp:cNvSpPr/>
      </dsp:nvSpPr>
      <dsp:spPr>
        <a:xfrm>
          <a:off x="4902820" y="836964"/>
          <a:ext cx="1122187" cy="1122187"/>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972146-551B-46A2-9C93-CDC9085C80F7}">
      <dsp:nvSpPr>
        <dsp:cNvPr id="0" name=""/>
        <dsp:cNvSpPr/>
      </dsp:nvSpPr>
      <dsp:spPr>
        <a:xfrm>
          <a:off x="3860789" y="2985152"/>
          <a:ext cx="320625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cap="all"/>
          </a:pPr>
          <a:r>
            <a:rPr lang="en-US" sz="2800" kern="1200" cap="none" dirty="0">
              <a:hlinkClick xmlns:r="http://schemas.openxmlformats.org/officeDocument/2006/relationships" r:id="rId6"/>
            </a:rPr>
            <a:t>AI Use Cases</a:t>
          </a:r>
          <a:endParaRPr lang="en-US" sz="2800" kern="1200" cap="none" dirty="0"/>
        </a:p>
      </dsp:txBody>
      <dsp:txXfrm>
        <a:off x="3860789" y="2985152"/>
        <a:ext cx="3206250" cy="787500"/>
      </dsp:txXfrm>
    </dsp:sp>
    <dsp:sp modelId="{2F0EDCCF-552A-4004-9213-22373F3C6766}">
      <dsp:nvSpPr>
        <dsp:cNvPr id="0" name=""/>
        <dsp:cNvSpPr/>
      </dsp:nvSpPr>
      <dsp:spPr>
        <a:xfrm>
          <a:off x="8253352" y="42015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EE4295-434B-44B0-89B5-3470DCDB27CA}">
      <dsp:nvSpPr>
        <dsp:cNvPr id="0" name=""/>
        <dsp:cNvSpPr/>
      </dsp:nvSpPr>
      <dsp:spPr>
        <a:xfrm>
          <a:off x="8670164" y="836964"/>
          <a:ext cx="1122187" cy="11221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2DADA9-2142-4296-90ED-6856C5F7F244}">
      <dsp:nvSpPr>
        <dsp:cNvPr id="0" name=""/>
        <dsp:cNvSpPr/>
      </dsp:nvSpPr>
      <dsp:spPr>
        <a:xfrm>
          <a:off x="7628133" y="2985152"/>
          <a:ext cx="320625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cap="all"/>
          </a:pPr>
          <a:r>
            <a:rPr lang="en-US" sz="2800" kern="1200" cap="none" dirty="0">
              <a:hlinkClick xmlns:r="http://schemas.openxmlformats.org/officeDocument/2006/relationships" r:id="rId9"/>
            </a:rPr>
            <a:t>AI at TCEA</a:t>
          </a:r>
          <a:endParaRPr lang="en-US" sz="2800" kern="1200" cap="none" dirty="0"/>
        </a:p>
      </dsp:txBody>
      <dsp:txXfrm>
        <a:off x="7628133" y="2985152"/>
        <a:ext cx="3206250" cy="7875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6A09EC-FBD6-4E0A-967A-B7F586E06603}">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124429-CE4F-4D68-81C8-0E20C7A01EE2}">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A0585C-CD64-41CD-9CBA-013AEDC3D352}">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US" sz="2400" kern="1200" dirty="0"/>
            <a:t>No one?</a:t>
          </a:r>
        </a:p>
      </dsp:txBody>
      <dsp:txXfrm>
        <a:off x="836323" y="3399"/>
        <a:ext cx="9679276" cy="724089"/>
      </dsp:txXfrm>
    </dsp:sp>
    <dsp:sp modelId="{3D77FE85-BA36-483B-853C-AA9526F11A28}">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C9AF32-8127-4994-829A-F38BBD6AF33A}">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69006C-A73D-4B9C-BF2C-6F568DC4867E}">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US" sz="2400" kern="1200" dirty="0"/>
            <a:t>Each staff member in charge of their own AI use?</a:t>
          </a:r>
        </a:p>
      </dsp:txBody>
      <dsp:txXfrm>
        <a:off x="836323" y="908511"/>
        <a:ext cx="9679276" cy="724089"/>
      </dsp:txXfrm>
    </dsp:sp>
    <dsp:sp modelId="{694DFBF1-D09B-44C3-80FE-BC6701B85578}">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59CB33-6C8E-4190-8F06-79B361DEA17D}">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A547EA-FACA-4F7F-B7B3-1A315D12C0DC}">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US" sz="2400" kern="1200" dirty="0"/>
            <a:t>One person in charge of everything?</a:t>
          </a:r>
        </a:p>
      </dsp:txBody>
      <dsp:txXfrm>
        <a:off x="836323" y="1813624"/>
        <a:ext cx="9679276" cy="724089"/>
      </dsp:txXfrm>
    </dsp:sp>
    <dsp:sp modelId="{EDE55177-0BD8-4DF5-B0FE-D60B0DA8BDD4}">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A37D63-08E8-4D61-BA34-B5FAE0436193}">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21E640-A909-4649-A111-96A7D21C9D1A}">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977900">
            <a:lnSpc>
              <a:spcPct val="100000"/>
            </a:lnSpc>
            <a:spcBef>
              <a:spcPct val="0"/>
            </a:spcBef>
            <a:spcAft>
              <a:spcPct val="35000"/>
            </a:spcAft>
            <a:buNone/>
          </a:pPr>
          <a:r>
            <a:rPr lang="en-US" sz="2200" kern="1200" dirty="0"/>
            <a:t>Shared responsibility with IT, skill development specialist, and administration?</a:t>
          </a:r>
        </a:p>
      </dsp:txBody>
      <dsp:txXfrm>
        <a:off x="836323" y="2718736"/>
        <a:ext cx="9679276" cy="724089"/>
      </dsp:txXfrm>
    </dsp:sp>
    <dsp:sp modelId="{69EDD001-1F07-4B2E-ACAC-D25324990989}">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EDE7C6-53C3-4FC3-B2D0-663B9AFA8EFD}">
      <dsp:nvSpPr>
        <dsp:cNvPr id="0" name=""/>
        <dsp:cNvSpPr/>
      </dsp:nvSpPr>
      <dsp:spPr>
        <a:xfrm>
          <a:off x="219037" y="3786768"/>
          <a:ext cx="398249" cy="398249"/>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1CDE46-E110-4A3A-8586-BDE5003499B7}">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US" sz="2400" kern="1200" dirty="0"/>
            <a:t>Shared responsibility with all staff?</a:t>
          </a:r>
        </a:p>
      </dsp:txBody>
      <dsp:txXfrm>
        <a:off x="836323" y="3623848"/>
        <a:ext cx="9679276" cy="7240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2AA73-E673-45CF-B0FD-111600015D78}">
      <dsp:nvSpPr>
        <dsp:cNvPr id="0" name=""/>
        <dsp:cNvSpPr/>
      </dsp:nvSpPr>
      <dsp:spPr>
        <a:xfrm>
          <a:off x="3201" y="193789"/>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Written for staff, board, both, members?</a:t>
          </a:r>
        </a:p>
      </dsp:txBody>
      <dsp:txXfrm>
        <a:off x="3201" y="193789"/>
        <a:ext cx="2539866" cy="1523919"/>
      </dsp:txXfrm>
    </dsp:sp>
    <dsp:sp modelId="{90978979-5B5B-444D-835B-CD9BC49F6B7C}">
      <dsp:nvSpPr>
        <dsp:cNvPr id="0" name=""/>
        <dsp:cNvSpPr/>
      </dsp:nvSpPr>
      <dsp:spPr>
        <a:xfrm>
          <a:off x="2797054" y="193789"/>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Ethics/Fairness/Bias</a:t>
          </a:r>
        </a:p>
      </dsp:txBody>
      <dsp:txXfrm>
        <a:off x="2797054" y="193789"/>
        <a:ext cx="2539866" cy="1523919"/>
      </dsp:txXfrm>
    </dsp:sp>
    <dsp:sp modelId="{A1D7B248-86A0-4266-BBE9-F5F9988BEC7E}">
      <dsp:nvSpPr>
        <dsp:cNvPr id="0" name=""/>
        <dsp:cNvSpPr/>
      </dsp:nvSpPr>
      <dsp:spPr>
        <a:xfrm>
          <a:off x="5590907" y="193789"/>
          <a:ext cx="2539866" cy="1523919"/>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Data privacy</a:t>
          </a:r>
        </a:p>
      </dsp:txBody>
      <dsp:txXfrm>
        <a:off x="5590907" y="193789"/>
        <a:ext cx="2539866" cy="1523919"/>
      </dsp:txXfrm>
    </dsp:sp>
    <dsp:sp modelId="{60888339-EBDA-4C7A-9ED6-FA85848CBB95}">
      <dsp:nvSpPr>
        <dsp:cNvPr id="0" name=""/>
        <dsp:cNvSpPr/>
      </dsp:nvSpPr>
      <dsp:spPr>
        <a:xfrm>
          <a:off x="8384760" y="193789"/>
          <a:ext cx="2539866" cy="1523919"/>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AI tool selection and support</a:t>
          </a:r>
        </a:p>
      </dsp:txBody>
      <dsp:txXfrm>
        <a:off x="8384760" y="193789"/>
        <a:ext cx="2539866" cy="1523919"/>
      </dsp:txXfrm>
    </dsp:sp>
    <dsp:sp modelId="{98979561-EE9E-4A1C-84F1-20DB598AFF8E}">
      <dsp:nvSpPr>
        <dsp:cNvPr id="0" name=""/>
        <dsp:cNvSpPr/>
      </dsp:nvSpPr>
      <dsp:spPr>
        <a:xfrm>
          <a:off x="1400128" y="1971695"/>
          <a:ext cx="2539866" cy="1523919"/>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Professional learning</a:t>
          </a:r>
        </a:p>
      </dsp:txBody>
      <dsp:txXfrm>
        <a:off x="1400128" y="1971695"/>
        <a:ext cx="2539866" cy="1523919"/>
      </dsp:txXfrm>
    </dsp:sp>
    <dsp:sp modelId="{5A6BDFCD-E772-4059-BB76-F181A2AABAC0}">
      <dsp:nvSpPr>
        <dsp:cNvPr id="0" name=""/>
        <dsp:cNvSpPr/>
      </dsp:nvSpPr>
      <dsp:spPr>
        <a:xfrm>
          <a:off x="4193981" y="1971695"/>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Connections</a:t>
          </a:r>
        </a:p>
      </dsp:txBody>
      <dsp:txXfrm>
        <a:off x="4193981" y="1971695"/>
        <a:ext cx="2539866" cy="1523919"/>
      </dsp:txXfrm>
    </dsp:sp>
    <dsp:sp modelId="{D34D45CB-7CE5-424C-9BC6-EA5D1C953CAA}">
      <dsp:nvSpPr>
        <dsp:cNvPr id="0" name=""/>
        <dsp:cNvSpPr/>
      </dsp:nvSpPr>
      <dsp:spPr>
        <a:xfrm>
          <a:off x="6987834" y="1971695"/>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Organizational use</a:t>
          </a:r>
        </a:p>
      </dsp:txBody>
      <dsp:txXfrm>
        <a:off x="6987834" y="1971695"/>
        <a:ext cx="2539866" cy="152391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38FCD-F4FC-4DB9-90D4-2F186B4D0F77}">
      <dsp:nvSpPr>
        <dsp:cNvPr id="0" name=""/>
        <dsp:cNvSpPr/>
      </dsp:nvSpPr>
      <dsp:spPr>
        <a:xfrm>
          <a:off x="968414" y="10952"/>
          <a:ext cx="1852875" cy="1852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E6AA3D-C9F1-4699-B394-7A3E01CBE059}">
      <dsp:nvSpPr>
        <dsp:cNvPr id="0" name=""/>
        <dsp:cNvSpPr/>
      </dsp:nvSpPr>
      <dsp:spPr>
        <a:xfrm>
          <a:off x="1363289" y="405827"/>
          <a:ext cx="1063125" cy="1063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3CFB23-38FA-4425-8764-E7C10D809C20}">
      <dsp:nvSpPr>
        <dsp:cNvPr id="0" name=""/>
        <dsp:cNvSpPr/>
      </dsp:nvSpPr>
      <dsp:spPr>
        <a:xfrm>
          <a:off x="376101" y="2440952"/>
          <a:ext cx="3037500"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cap="none" dirty="0"/>
            <a:t>How do we ensure AI systems are fair, unbiased, and beneficial to all staff?</a:t>
          </a:r>
        </a:p>
      </dsp:txBody>
      <dsp:txXfrm>
        <a:off x="376101" y="2440952"/>
        <a:ext cx="3037500" cy="1237500"/>
      </dsp:txXfrm>
    </dsp:sp>
    <dsp:sp modelId="{A2DA2E91-A8D0-4AFC-BB99-7B089C6B32CB}">
      <dsp:nvSpPr>
        <dsp:cNvPr id="0" name=""/>
        <dsp:cNvSpPr/>
      </dsp:nvSpPr>
      <dsp:spPr>
        <a:xfrm>
          <a:off x="4537477" y="10952"/>
          <a:ext cx="1852875" cy="1852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45A12-7211-4258-B642-FE921EAFEF9E}">
      <dsp:nvSpPr>
        <dsp:cNvPr id="0" name=""/>
        <dsp:cNvSpPr/>
      </dsp:nvSpPr>
      <dsp:spPr>
        <a:xfrm>
          <a:off x="4932352" y="405827"/>
          <a:ext cx="1063125" cy="1063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16E70A-9A69-4A31-B3EF-884294D75114}">
      <dsp:nvSpPr>
        <dsp:cNvPr id="0" name=""/>
        <dsp:cNvSpPr/>
      </dsp:nvSpPr>
      <dsp:spPr>
        <a:xfrm>
          <a:off x="3945164" y="2440952"/>
          <a:ext cx="3037500"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cap="none" dirty="0"/>
            <a:t>How do we ensure AI tools are transparent and explainable?</a:t>
          </a:r>
        </a:p>
      </dsp:txBody>
      <dsp:txXfrm>
        <a:off x="3945164" y="2440952"/>
        <a:ext cx="3037500" cy="1237500"/>
      </dsp:txXfrm>
    </dsp:sp>
    <dsp:sp modelId="{EDBEBEE0-9D6A-4216-B687-C2EC4F5E904E}">
      <dsp:nvSpPr>
        <dsp:cNvPr id="0" name=""/>
        <dsp:cNvSpPr/>
      </dsp:nvSpPr>
      <dsp:spPr>
        <a:xfrm>
          <a:off x="8106539" y="10952"/>
          <a:ext cx="1852875" cy="1852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9AA54D-690E-41A0-9DB0-379B3C92F3A0}">
      <dsp:nvSpPr>
        <dsp:cNvPr id="0" name=""/>
        <dsp:cNvSpPr/>
      </dsp:nvSpPr>
      <dsp:spPr>
        <a:xfrm>
          <a:off x="8501414" y="405827"/>
          <a:ext cx="1063125" cy="1063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B53BB5-F1A3-4339-ADF6-33B2AB02F2D9}">
      <dsp:nvSpPr>
        <dsp:cNvPr id="0" name=""/>
        <dsp:cNvSpPr/>
      </dsp:nvSpPr>
      <dsp:spPr>
        <a:xfrm>
          <a:off x="7514227" y="2440952"/>
          <a:ext cx="3037500"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cap="none" dirty="0"/>
            <a:t>How do we address and prevent biases in ai-driven tools?</a:t>
          </a:r>
        </a:p>
      </dsp:txBody>
      <dsp:txXfrm>
        <a:off x="7514227" y="2440952"/>
        <a:ext cx="3037500" cy="12375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BD5DAD-5637-4F22-8071-5A412748DAA6}">
      <dsp:nvSpPr>
        <dsp:cNvPr id="0" name=""/>
        <dsp:cNvSpPr/>
      </dsp:nvSpPr>
      <dsp:spPr>
        <a:xfrm>
          <a:off x="765914" y="11608"/>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F7297D-77C7-4180-ACBB-87A18449D9A4}">
      <dsp:nvSpPr>
        <dsp:cNvPr id="0" name=""/>
        <dsp:cNvSpPr/>
      </dsp:nvSpPr>
      <dsp:spPr>
        <a:xfrm>
          <a:off x="765914" y="176034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US" sz="2400" b="1" kern="1200" dirty="0">
              <a:latin typeface="Aptos" panose="020B0004020202020204" pitchFamily="34" charset="0"/>
              <a:cs typeface="Calibri" panose="020F0502020204030204" pitchFamily="34" charset="0"/>
            </a:rPr>
            <a:t>Data/Privacy</a:t>
          </a:r>
          <a:endParaRPr lang="en-US" sz="2400" kern="1200" dirty="0">
            <a:latin typeface="Aptos" panose="020B0004020202020204" pitchFamily="34" charset="0"/>
            <a:cs typeface="Calibri" panose="020F0502020204030204" pitchFamily="34" charset="0"/>
          </a:endParaRPr>
        </a:p>
      </dsp:txBody>
      <dsp:txXfrm>
        <a:off x="765914" y="1760347"/>
        <a:ext cx="4320000" cy="648000"/>
      </dsp:txXfrm>
    </dsp:sp>
    <dsp:sp modelId="{C5EBA202-B2AF-4DF2-9348-3054E4074F27}">
      <dsp:nvSpPr>
        <dsp:cNvPr id="0" name=""/>
        <dsp:cNvSpPr/>
      </dsp:nvSpPr>
      <dsp:spPr>
        <a:xfrm>
          <a:off x="765914" y="2518458"/>
          <a:ext cx="4320000" cy="299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latin typeface="Aptos" panose="020B0004020202020204" pitchFamily="34" charset="0"/>
            </a:rPr>
            <a:t>How can we balance productivity with privacy? What policies need to be in place?</a:t>
          </a:r>
        </a:p>
        <a:p>
          <a:pPr marL="0" lvl="0" indent="0" algn="l" defTabSz="1066800">
            <a:lnSpc>
              <a:spcPct val="90000"/>
            </a:lnSpc>
            <a:spcBef>
              <a:spcPct val="0"/>
            </a:spcBef>
            <a:spcAft>
              <a:spcPct val="35000"/>
            </a:spcAft>
            <a:buNone/>
          </a:pPr>
          <a:r>
            <a:rPr lang="en-US" sz="2400" kern="1200" dirty="0">
              <a:latin typeface="Aptos" panose="020B0004020202020204" pitchFamily="34" charset="0"/>
            </a:rPr>
            <a:t>Who is accountable when an AI tool fails or makes a mistake?</a:t>
          </a:r>
        </a:p>
        <a:p>
          <a:pPr marL="0" lvl="0" indent="0" algn="l" defTabSz="1066800">
            <a:lnSpc>
              <a:spcPct val="90000"/>
            </a:lnSpc>
            <a:spcBef>
              <a:spcPct val="0"/>
            </a:spcBef>
            <a:spcAft>
              <a:spcPct val="35000"/>
            </a:spcAft>
            <a:buNone/>
          </a:pPr>
          <a:r>
            <a:rPr lang="en-US" sz="2400" kern="1200" dirty="0">
              <a:latin typeface="Aptos" panose="020B0004020202020204" pitchFamily="34" charset="0"/>
            </a:rPr>
            <a:t>What data of ours will we share with customers? With AI? With the world?</a:t>
          </a:r>
        </a:p>
      </dsp:txBody>
      <dsp:txXfrm>
        <a:off x="765914" y="2518458"/>
        <a:ext cx="4320000" cy="2998703"/>
      </dsp:txXfrm>
    </dsp:sp>
    <dsp:sp modelId="{9D395B59-C786-4E29-8787-8048D9D0D729}">
      <dsp:nvSpPr>
        <dsp:cNvPr id="0" name=""/>
        <dsp:cNvSpPr/>
      </dsp:nvSpPr>
      <dsp:spPr>
        <a:xfrm>
          <a:off x="5841914" y="11608"/>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939445-38C6-43F5-B6B2-CB6A978EB438}">
      <dsp:nvSpPr>
        <dsp:cNvPr id="0" name=""/>
        <dsp:cNvSpPr/>
      </dsp:nvSpPr>
      <dsp:spPr>
        <a:xfrm>
          <a:off x="5841914" y="176034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US" sz="2400" b="1" kern="1200" dirty="0">
              <a:latin typeface="Aptos" panose="020B0004020202020204" pitchFamily="34" charset="0"/>
              <a:cs typeface="Calibri" panose="020F0502020204030204" pitchFamily="34" charset="0"/>
            </a:rPr>
            <a:t>AI Tools</a:t>
          </a:r>
          <a:endParaRPr lang="en-US" sz="2400" kern="1200" dirty="0">
            <a:latin typeface="Aptos" panose="020B0004020202020204" pitchFamily="34" charset="0"/>
            <a:cs typeface="Calibri" panose="020F0502020204030204" pitchFamily="34" charset="0"/>
          </a:endParaRPr>
        </a:p>
      </dsp:txBody>
      <dsp:txXfrm>
        <a:off x="5841914" y="1760347"/>
        <a:ext cx="4320000" cy="648000"/>
      </dsp:txXfrm>
    </dsp:sp>
    <dsp:sp modelId="{5E15DB22-8A11-4002-928D-0B06DE152C44}">
      <dsp:nvSpPr>
        <dsp:cNvPr id="0" name=""/>
        <dsp:cNvSpPr/>
      </dsp:nvSpPr>
      <dsp:spPr>
        <a:xfrm>
          <a:off x="5841914" y="2518458"/>
          <a:ext cx="4320000" cy="299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latin typeface="Aptos" panose="020B0004020202020204" pitchFamily="34" charset="0"/>
            </a:rPr>
            <a:t>How is the tool designed to fit a specific need?</a:t>
          </a:r>
        </a:p>
        <a:p>
          <a:pPr marL="0" lvl="0" indent="0" algn="l" defTabSz="1066800">
            <a:lnSpc>
              <a:spcPct val="90000"/>
            </a:lnSpc>
            <a:spcBef>
              <a:spcPct val="0"/>
            </a:spcBef>
            <a:spcAft>
              <a:spcPct val="35000"/>
            </a:spcAft>
            <a:buNone/>
          </a:pPr>
          <a:r>
            <a:rPr lang="en-US" sz="2400" kern="1200" dirty="0">
              <a:latin typeface="Aptos" panose="020B0004020202020204" pitchFamily="34" charset="0"/>
            </a:rPr>
            <a:t>What is the next AI application that's going to make waves, after generative AI? Where does that fit into our organization?</a:t>
          </a:r>
        </a:p>
      </dsp:txBody>
      <dsp:txXfrm>
        <a:off x="5841914" y="2518458"/>
        <a:ext cx="4320000" cy="299870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914148-617B-45A1-806C-85AD217DD69F}">
      <dsp:nvSpPr>
        <dsp:cNvPr id="0" name=""/>
        <dsp:cNvSpPr/>
      </dsp:nvSpPr>
      <dsp:spPr>
        <a:xfrm>
          <a:off x="606456" y="0"/>
          <a:ext cx="5453920" cy="5453920"/>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AF4929DA-FA55-4F5F-8E03-7EED7DFC59EC}">
      <dsp:nvSpPr>
        <dsp:cNvPr id="0" name=""/>
        <dsp:cNvSpPr/>
      </dsp:nvSpPr>
      <dsp:spPr>
        <a:xfrm>
          <a:off x="1124578" y="518122"/>
          <a:ext cx="2127028" cy="21270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Should there be disclosures for AI-created content? What will the human impact be of not knowing whether a human or AI created content? </a:t>
          </a:r>
        </a:p>
      </dsp:txBody>
      <dsp:txXfrm>
        <a:off x="1228411" y="621955"/>
        <a:ext cx="1919362" cy="1919362"/>
      </dsp:txXfrm>
    </dsp:sp>
    <dsp:sp modelId="{9BF946A6-9DA0-4DD4-AC89-877D97E77A59}">
      <dsp:nvSpPr>
        <dsp:cNvPr id="0" name=""/>
        <dsp:cNvSpPr/>
      </dsp:nvSpPr>
      <dsp:spPr>
        <a:xfrm>
          <a:off x="3415225" y="518122"/>
          <a:ext cx="2127028" cy="2127028"/>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Misinformation will become more strategic, infinitely easier to produce, and more credible at first glance, especially when combined with deep fakes. What can/should we do?</a:t>
          </a:r>
        </a:p>
      </dsp:txBody>
      <dsp:txXfrm>
        <a:off x="3519058" y="621955"/>
        <a:ext cx="1919362" cy="1919362"/>
      </dsp:txXfrm>
    </dsp:sp>
    <dsp:sp modelId="{3F918FC4-30D7-4BD7-B2D0-E6F47406C442}">
      <dsp:nvSpPr>
        <dsp:cNvPr id="0" name=""/>
        <dsp:cNvSpPr/>
      </dsp:nvSpPr>
      <dsp:spPr>
        <a:xfrm>
          <a:off x="1124578" y="2808768"/>
          <a:ext cx="2127028" cy="2127028"/>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When should organizations develop their own AI instances, fed with controlled datasets? </a:t>
          </a:r>
        </a:p>
      </dsp:txBody>
      <dsp:txXfrm>
        <a:off x="1228411" y="2912601"/>
        <a:ext cx="1919362" cy="1919362"/>
      </dsp:txXfrm>
    </dsp:sp>
    <dsp:sp modelId="{038D6484-FC8C-45FC-B04E-D9EACED55DD4}">
      <dsp:nvSpPr>
        <dsp:cNvPr id="0" name=""/>
        <dsp:cNvSpPr/>
      </dsp:nvSpPr>
      <dsp:spPr>
        <a:xfrm>
          <a:off x="3415225" y="2808768"/>
          <a:ext cx="2127028" cy="2127028"/>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AI now has what we'd call "general intelligence," the ability to "understand" across multiple fields and integrate them. What happens when AI develops what we call wisdom? </a:t>
          </a:r>
        </a:p>
      </dsp:txBody>
      <dsp:txXfrm>
        <a:off x="3519058" y="2912601"/>
        <a:ext cx="1919362" cy="191936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7C52D-52F5-4372-B6A3-2F7ED143FC27}">
      <dsp:nvSpPr>
        <dsp:cNvPr id="0" name=""/>
        <dsp:cNvSpPr/>
      </dsp:nvSpPr>
      <dsp:spPr>
        <a:xfrm>
          <a:off x="3080" y="587032"/>
          <a:ext cx="2444055" cy="146643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Inaccurate, Unreliable, and Biased or Harmful Results</a:t>
          </a:r>
        </a:p>
      </dsp:txBody>
      <dsp:txXfrm>
        <a:off x="3080" y="587032"/>
        <a:ext cx="2444055" cy="1466433"/>
      </dsp:txXfrm>
    </dsp:sp>
    <dsp:sp modelId="{D4965069-DA41-414F-837D-B29431507867}">
      <dsp:nvSpPr>
        <dsp:cNvPr id="0" name=""/>
        <dsp:cNvSpPr/>
      </dsp:nvSpPr>
      <dsp:spPr>
        <a:xfrm>
          <a:off x="2691541" y="587032"/>
          <a:ext cx="2444055" cy="1466433"/>
        </a:xfrm>
        <a:prstGeom prst="rect">
          <a:avLst/>
        </a:prstGeom>
        <a:gradFill rotWithShape="0">
          <a:gsLst>
            <a:gs pos="0">
              <a:schemeClr val="accent5">
                <a:hueOff val="-2025358"/>
                <a:satOff val="-138"/>
                <a:lumOff val="327"/>
                <a:alphaOff val="0"/>
                <a:satMod val="103000"/>
                <a:lumMod val="102000"/>
                <a:tint val="94000"/>
              </a:schemeClr>
            </a:gs>
            <a:gs pos="50000">
              <a:schemeClr val="accent5">
                <a:hueOff val="-2025358"/>
                <a:satOff val="-138"/>
                <a:lumOff val="327"/>
                <a:alphaOff val="0"/>
                <a:satMod val="110000"/>
                <a:lumMod val="100000"/>
                <a:shade val="100000"/>
              </a:schemeClr>
            </a:gs>
            <a:gs pos="100000">
              <a:schemeClr val="accent5">
                <a:hueOff val="-2025358"/>
                <a:satOff val="-138"/>
                <a:lumOff val="3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Laws and Regulations</a:t>
          </a:r>
        </a:p>
      </dsp:txBody>
      <dsp:txXfrm>
        <a:off x="2691541" y="587032"/>
        <a:ext cx="2444055" cy="1466433"/>
      </dsp:txXfrm>
    </dsp:sp>
    <dsp:sp modelId="{512D6F1E-659D-4030-ACC5-2B63C7638E87}">
      <dsp:nvSpPr>
        <dsp:cNvPr id="0" name=""/>
        <dsp:cNvSpPr/>
      </dsp:nvSpPr>
      <dsp:spPr>
        <a:xfrm>
          <a:off x="5380002" y="587032"/>
          <a:ext cx="2444055" cy="1466433"/>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Confidentiality of Company, Client, and Customer Information</a:t>
          </a:r>
        </a:p>
      </dsp:txBody>
      <dsp:txXfrm>
        <a:off x="5380002" y="587032"/>
        <a:ext cx="2444055" cy="1466433"/>
      </dsp:txXfrm>
    </dsp:sp>
    <dsp:sp modelId="{19B20134-9B87-4381-B114-3ABF1A31AEBD}">
      <dsp:nvSpPr>
        <dsp:cNvPr id="0" name=""/>
        <dsp:cNvSpPr/>
      </dsp:nvSpPr>
      <dsp:spPr>
        <a:xfrm>
          <a:off x="8068463" y="587032"/>
          <a:ext cx="2444055" cy="1466433"/>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Intellectual Property Rights, Plagiarism, and Terms and Conditions</a:t>
          </a:r>
        </a:p>
      </dsp:txBody>
      <dsp:txXfrm>
        <a:off x="8068463" y="587032"/>
        <a:ext cx="2444055" cy="1466433"/>
      </dsp:txXfrm>
    </dsp:sp>
    <dsp:sp modelId="{5ED33B5C-6AD8-4FDB-AA19-093C17B88C0E}">
      <dsp:nvSpPr>
        <dsp:cNvPr id="0" name=""/>
        <dsp:cNvSpPr/>
      </dsp:nvSpPr>
      <dsp:spPr>
        <a:xfrm>
          <a:off x="1347311" y="2297871"/>
          <a:ext cx="2444055" cy="1466433"/>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Data Privacy Risks</a:t>
          </a:r>
        </a:p>
      </dsp:txBody>
      <dsp:txXfrm>
        <a:off x="1347311" y="2297871"/>
        <a:ext cx="2444055" cy="1466433"/>
      </dsp:txXfrm>
    </dsp:sp>
    <dsp:sp modelId="{DA4639C2-1F88-4464-8D13-6A64D79792AE}">
      <dsp:nvSpPr>
        <dsp:cNvPr id="0" name=""/>
        <dsp:cNvSpPr/>
      </dsp:nvSpPr>
      <dsp:spPr>
        <a:xfrm>
          <a:off x="4035772" y="2297871"/>
          <a:ext cx="2444055" cy="1466433"/>
        </a:xfrm>
        <a:prstGeom prst="rect">
          <a:avLst/>
        </a:prstGeom>
        <a:gradFill rotWithShape="0">
          <a:gsLst>
            <a:gs pos="0">
              <a:schemeClr val="accent5">
                <a:hueOff val="-10126791"/>
                <a:satOff val="-688"/>
                <a:lumOff val="1634"/>
                <a:alphaOff val="0"/>
                <a:satMod val="103000"/>
                <a:lumMod val="102000"/>
                <a:tint val="94000"/>
              </a:schemeClr>
            </a:gs>
            <a:gs pos="50000">
              <a:schemeClr val="accent5">
                <a:hueOff val="-10126791"/>
                <a:satOff val="-688"/>
                <a:lumOff val="1634"/>
                <a:alphaOff val="0"/>
                <a:satMod val="110000"/>
                <a:lumMod val="100000"/>
                <a:shade val="100000"/>
              </a:schemeClr>
            </a:gs>
            <a:gs pos="100000">
              <a:schemeClr val="accent5">
                <a:hueOff val="-10126791"/>
                <a:satOff val="-688"/>
                <a:lumOff val="163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Prohibited Uses of AI</a:t>
          </a:r>
        </a:p>
      </dsp:txBody>
      <dsp:txXfrm>
        <a:off x="4035772" y="2297871"/>
        <a:ext cx="2444055" cy="1466433"/>
      </dsp:txXfrm>
    </dsp:sp>
    <dsp:sp modelId="{EDE72019-3CC8-4BB2-9A6C-BCC9E6317934}">
      <dsp:nvSpPr>
        <dsp:cNvPr id="0" name=""/>
        <dsp:cNvSpPr/>
      </dsp:nvSpPr>
      <dsp:spPr>
        <a:xfrm>
          <a:off x="6724233" y="2297871"/>
          <a:ext cx="2444055" cy="1466433"/>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Reporting and Prior Authorization</a:t>
          </a:r>
        </a:p>
      </dsp:txBody>
      <dsp:txXfrm>
        <a:off x="6724233" y="2297871"/>
        <a:ext cx="2444055" cy="146643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3D5FE-5305-4C86-8602-A9B893477BFE}">
      <dsp:nvSpPr>
        <dsp:cNvPr id="0" name=""/>
        <dsp:cNvSpPr/>
      </dsp:nvSpPr>
      <dsp:spPr>
        <a:xfrm>
          <a:off x="0" y="4366"/>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C3404E-8DCA-47C7-A266-722DBF361361}">
      <dsp:nvSpPr>
        <dsp:cNvPr id="0" name=""/>
        <dsp:cNvSpPr/>
      </dsp:nvSpPr>
      <dsp:spPr>
        <a:xfrm>
          <a:off x="281355" y="213639"/>
          <a:ext cx="511556" cy="5115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6DC68C-9FB7-47C9-9C87-706DA24E26AD}">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1066800">
            <a:lnSpc>
              <a:spcPct val="90000"/>
            </a:lnSpc>
            <a:spcBef>
              <a:spcPct val="0"/>
            </a:spcBef>
            <a:spcAft>
              <a:spcPct val="35000"/>
            </a:spcAft>
            <a:buNone/>
          </a:pPr>
          <a:r>
            <a:rPr lang="en-US" sz="2400" kern="1200" dirty="0"/>
            <a:t>Data safety concerns</a:t>
          </a:r>
        </a:p>
      </dsp:txBody>
      <dsp:txXfrm>
        <a:off x="1074268" y="4366"/>
        <a:ext cx="5170996" cy="930102"/>
      </dsp:txXfrm>
    </dsp:sp>
    <dsp:sp modelId="{B52B7B29-8EE2-487F-AC26-82FC9F25B8E1}">
      <dsp:nvSpPr>
        <dsp:cNvPr id="0" name=""/>
        <dsp:cNvSpPr/>
      </dsp:nvSpPr>
      <dsp:spPr>
        <a:xfrm>
          <a:off x="0" y="1166994"/>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8DEE35-2C44-45F6-AE7D-E8AD2D6E4DBD}">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1B1839-B005-4643-87EC-189094AFBDDB}">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1066800">
            <a:lnSpc>
              <a:spcPct val="90000"/>
            </a:lnSpc>
            <a:spcBef>
              <a:spcPct val="0"/>
            </a:spcBef>
            <a:spcAft>
              <a:spcPct val="35000"/>
            </a:spcAft>
            <a:buNone/>
          </a:pPr>
          <a:r>
            <a:rPr lang="en-US" sz="2400" kern="1200" dirty="0"/>
            <a:t>Limited budgets and resources</a:t>
          </a:r>
        </a:p>
      </dsp:txBody>
      <dsp:txXfrm>
        <a:off x="1074268" y="1166994"/>
        <a:ext cx="5170996" cy="930102"/>
      </dsp:txXfrm>
    </dsp:sp>
    <dsp:sp modelId="{FA99BCC7-807F-4049-BB8E-A439ACBDABFA}">
      <dsp:nvSpPr>
        <dsp:cNvPr id="0" name=""/>
        <dsp:cNvSpPr/>
      </dsp:nvSpPr>
      <dsp:spPr>
        <a:xfrm>
          <a:off x="0" y="2329622"/>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B8A52E-005A-4238-9BBF-C393AD341F3D}">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58FB62-1CB6-4C4F-88CA-03F2C07B97CC}">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1066800">
            <a:lnSpc>
              <a:spcPct val="90000"/>
            </a:lnSpc>
            <a:spcBef>
              <a:spcPct val="0"/>
            </a:spcBef>
            <a:spcAft>
              <a:spcPct val="35000"/>
            </a:spcAft>
            <a:buNone/>
          </a:pPr>
          <a:r>
            <a:rPr lang="en-US" sz="2400" kern="1200" dirty="0"/>
            <a:t>Resistance to change (board, staff, and members)</a:t>
          </a:r>
        </a:p>
      </dsp:txBody>
      <dsp:txXfrm>
        <a:off x="1074268" y="2329622"/>
        <a:ext cx="5170996" cy="930102"/>
      </dsp:txXfrm>
    </dsp:sp>
    <dsp:sp modelId="{F77CE99A-4AEC-435F-AD55-C61FA029C362}">
      <dsp:nvSpPr>
        <dsp:cNvPr id="0" name=""/>
        <dsp:cNvSpPr/>
      </dsp:nvSpPr>
      <dsp:spPr>
        <a:xfrm>
          <a:off x="0" y="3492250"/>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3B7BC3-33CA-4686-91C2-C3E4EB37A9CE}">
      <dsp:nvSpPr>
        <dsp:cNvPr id="0" name=""/>
        <dsp:cNvSpPr/>
      </dsp:nvSpPr>
      <dsp:spPr>
        <a:xfrm>
          <a:off x="281355" y="3701523"/>
          <a:ext cx="511556" cy="5115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B5E701-5487-4673-B282-2641B13647A3}">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1066800">
            <a:lnSpc>
              <a:spcPct val="90000"/>
            </a:lnSpc>
            <a:spcBef>
              <a:spcPct val="0"/>
            </a:spcBef>
            <a:spcAft>
              <a:spcPct val="35000"/>
            </a:spcAft>
            <a:buNone/>
          </a:pPr>
          <a:r>
            <a:rPr lang="en-US" sz="2400" kern="1200" dirty="0"/>
            <a:t>Lack of technical expertise</a:t>
          </a:r>
        </a:p>
      </dsp:txBody>
      <dsp:txXfrm>
        <a:off x="1074268" y="3492250"/>
        <a:ext cx="5170996" cy="930102"/>
      </dsp:txXfrm>
    </dsp:sp>
    <dsp:sp modelId="{A7FDCCD5-5699-4CCB-A08D-27DB8267408D}">
      <dsp:nvSpPr>
        <dsp:cNvPr id="0" name=""/>
        <dsp:cNvSpPr/>
      </dsp:nvSpPr>
      <dsp:spPr>
        <a:xfrm>
          <a:off x="0" y="4654878"/>
          <a:ext cx="6245265" cy="9301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743E9B-AC20-4954-97B1-9AB637B26956}">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3EE528-CC43-46B6-8444-6262403D29E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1066800">
            <a:lnSpc>
              <a:spcPct val="90000"/>
            </a:lnSpc>
            <a:spcBef>
              <a:spcPct val="0"/>
            </a:spcBef>
            <a:spcAft>
              <a:spcPct val="35000"/>
            </a:spcAft>
            <a:buNone/>
          </a:pPr>
          <a:r>
            <a:rPr lang="en-US" sz="2400" kern="1200" dirty="0"/>
            <a:t>Stakeholder buy-in</a:t>
          </a:r>
        </a:p>
      </dsp:txBody>
      <dsp:txXfrm>
        <a:off x="1074268" y="4654878"/>
        <a:ext cx="5170996" cy="93010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BAEC8-ED4F-453A-9421-E8483E40EAEB}">
      <dsp:nvSpPr>
        <dsp:cNvPr id="0" name=""/>
        <dsp:cNvSpPr/>
      </dsp:nvSpPr>
      <dsp:spPr>
        <a:xfrm>
          <a:off x="2150744" y="1738"/>
          <a:ext cx="8602980" cy="90039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922" tIns="228701" rIns="166922" bIns="228701" numCol="1" spcCol="1270" anchor="ctr" anchorCtr="0">
          <a:noAutofit/>
        </a:bodyPr>
        <a:lstStyle/>
        <a:p>
          <a:pPr marL="0" lvl="0" indent="0" algn="l" defTabSz="1066800">
            <a:lnSpc>
              <a:spcPct val="90000"/>
            </a:lnSpc>
            <a:spcBef>
              <a:spcPct val="0"/>
            </a:spcBef>
            <a:spcAft>
              <a:spcPct val="35000"/>
            </a:spcAft>
            <a:buNone/>
          </a:pPr>
          <a:r>
            <a:rPr lang="en-US" sz="2400" kern="1200"/>
            <a:t>Share how you are using AI and how it is working for you.</a:t>
          </a:r>
        </a:p>
      </dsp:txBody>
      <dsp:txXfrm>
        <a:off x="2150744" y="1738"/>
        <a:ext cx="8602980" cy="900397"/>
      </dsp:txXfrm>
    </dsp:sp>
    <dsp:sp modelId="{BF8574B7-4AFD-400C-B2CE-8889A21EEB3B}">
      <dsp:nvSpPr>
        <dsp:cNvPr id="0" name=""/>
        <dsp:cNvSpPr/>
      </dsp:nvSpPr>
      <dsp:spPr>
        <a:xfrm>
          <a:off x="0" y="1738"/>
          <a:ext cx="2150745" cy="900397"/>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810" tIns="88939" rIns="113810" bIns="88939" numCol="1" spcCol="1270" anchor="ctr" anchorCtr="0">
          <a:noAutofit/>
        </a:bodyPr>
        <a:lstStyle/>
        <a:p>
          <a:pPr marL="0" lvl="0" indent="0" algn="ctr" defTabSz="1244600">
            <a:lnSpc>
              <a:spcPct val="90000"/>
            </a:lnSpc>
            <a:spcBef>
              <a:spcPct val="0"/>
            </a:spcBef>
            <a:spcAft>
              <a:spcPct val="35000"/>
            </a:spcAft>
            <a:buNone/>
          </a:pPr>
          <a:r>
            <a:rPr lang="en-US" sz="2800" kern="1200"/>
            <a:t>Share</a:t>
          </a:r>
        </a:p>
      </dsp:txBody>
      <dsp:txXfrm>
        <a:off x="0" y="1738"/>
        <a:ext cx="2150745" cy="900397"/>
      </dsp:txXfrm>
    </dsp:sp>
    <dsp:sp modelId="{95A415AB-FF9F-4D4F-A00F-66AEC89C2901}">
      <dsp:nvSpPr>
        <dsp:cNvPr id="0" name=""/>
        <dsp:cNvSpPr/>
      </dsp:nvSpPr>
      <dsp:spPr>
        <a:xfrm>
          <a:off x="2150745" y="956159"/>
          <a:ext cx="8602980" cy="90039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922" tIns="228701" rIns="166922" bIns="228701" numCol="1" spcCol="1270" anchor="ctr" anchorCtr="0">
          <a:noAutofit/>
        </a:bodyPr>
        <a:lstStyle/>
        <a:p>
          <a:pPr marL="0" lvl="0" indent="0" algn="l" defTabSz="1066800">
            <a:lnSpc>
              <a:spcPct val="90000"/>
            </a:lnSpc>
            <a:spcBef>
              <a:spcPct val="0"/>
            </a:spcBef>
            <a:spcAft>
              <a:spcPct val="35000"/>
            </a:spcAft>
            <a:buNone/>
          </a:pPr>
          <a:r>
            <a:rPr lang="en-US" sz="2400" kern="1200"/>
            <a:t>Foster staff sharing of what is working and what isn’t.</a:t>
          </a:r>
        </a:p>
      </dsp:txBody>
      <dsp:txXfrm>
        <a:off x="2150745" y="956159"/>
        <a:ext cx="8602980" cy="900397"/>
      </dsp:txXfrm>
    </dsp:sp>
    <dsp:sp modelId="{94111D8D-7FA4-41F7-89EC-3DA4A84D5F49}">
      <dsp:nvSpPr>
        <dsp:cNvPr id="0" name=""/>
        <dsp:cNvSpPr/>
      </dsp:nvSpPr>
      <dsp:spPr>
        <a:xfrm>
          <a:off x="0" y="956159"/>
          <a:ext cx="2150745" cy="900397"/>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810" tIns="88939" rIns="113810" bIns="88939" numCol="1" spcCol="1270" anchor="ctr" anchorCtr="0">
          <a:noAutofit/>
        </a:bodyPr>
        <a:lstStyle/>
        <a:p>
          <a:pPr marL="0" lvl="0" indent="0" algn="ctr" defTabSz="1244600">
            <a:lnSpc>
              <a:spcPct val="90000"/>
            </a:lnSpc>
            <a:spcBef>
              <a:spcPct val="0"/>
            </a:spcBef>
            <a:spcAft>
              <a:spcPct val="35000"/>
            </a:spcAft>
            <a:buNone/>
          </a:pPr>
          <a:r>
            <a:rPr lang="en-US" sz="2800" kern="1200"/>
            <a:t>Foster</a:t>
          </a:r>
        </a:p>
      </dsp:txBody>
      <dsp:txXfrm>
        <a:off x="0" y="956159"/>
        <a:ext cx="2150745" cy="900397"/>
      </dsp:txXfrm>
    </dsp:sp>
    <dsp:sp modelId="{B2F37DB6-FFA1-4E6F-87F1-624D90D0E283}">
      <dsp:nvSpPr>
        <dsp:cNvPr id="0" name=""/>
        <dsp:cNvSpPr/>
      </dsp:nvSpPr>
      <dsp:spPr>
        <a:xfrm>
          <a:off x="2150745" y="1910580"/>
          <a:ext cx="8602980" cy="90039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922" tIns="228701" rIns="166922" bIns="228701" numCol="1" spcCol="1270" anchor="ctr" anchorCtr="0">
          <a:noAutofit/>
        </a:bodyPr>
        <a:lstStyle/>
        <a:p>
          <a:pPr marL="0" lvl="0" indent="0" algn="l" defTabSz="1066800">
            <a:lnSpc>
              <a:spcPct val="90000"/>
            </a:lnSpc>
            <a:spcBef>
              <a:spcPct val="0"/>
            </a:spcBef>
            <a:spcAft>
              <a:spcPct val="35000"/>
            </a:spcAft>
            <a:buNone/>
          </a:pPr>
          <a:r>
            <a:rPr lang="en-US" sz="2400" kern="1200" dirty="0"/>
            <a:t>Continue to offer training and short updates on new features.</a:t>
          </a:r>
        </a:p>
      </dsp:txBody>
      <dsp:txXfrm>
        <a:off x="2150745" y="1910580"/>
        <a:ext cx="8602980" cy="900397"/>
      </dsp:txXfrm>
    </dsp:sp>
    <dsp:sp modelId="{E99983B1-C931-4BF1-ACEA-E2247788B53B}">
      <dsp:nvSpPr>
        <dsp:cNvPr id="0" name=""/>
        <dsp:cNvSpPr/>
      </dsp:nvSpPr>
      <dsp:spPr>
        <a:xfrm>
          <a:off x="0" y="1910580"/>
          <a:ext cx="2150745" cy="900397"/>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810" tIns="88939" rIns="113810" bIns="88939" numCol="1" spcCol="1270" anchor="ctr" anchorCtr="0">
          <a:noAutofit/>
        </a:bodyPr>
        <a:lstStyle/>
        <a:p>
          <a:pPr marL="0" lvl="0" indent="0" algn="ctr" defTabSz="1244600">
            <a:lnSpc>
              <a:spcPct val="90000"/>
            </a:lnSpc>
            <a:spcBef>
              <a:spcPct val="0"/>
            </a:spcBef>
            <a:spcAft>
              <a:spcPct val="35000"/>
            </a:spcAft>
            <a:buNone/>
          </a:pPr>
          <a:r>
            <a:rPr lang="en-US" sz="2800" kern="1200" dirty="0"/>
            <a:t>Train</a:t>
          </a:r>
        </a:p>
      </dsp:txBody>
      <dsp:txXfrm>
        <a:off x="0" y="1910580"/>
        <a:ext cx="2150745" cy="900397"/>
      </dsp:txXfrm>
    </dsp:sp>
    <dsp:sp modelId="{8F8B1059-9D33-4E71-9D35-E2CC1E87C5D3}">
      <dsp:nvSpPr>
        <dsp:cNvPr id="0" name=""/>
        <dsp:cNvSpPr/>
      </dsp:nvSpPr>
      <dsp:spPr>
        <a:xfrm>
          <a:off x="2150745" y="2865001"/>
          <a:ext cx="8602980" cy="90039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922" tIns="228701" rIns="166922" bIns="228701" numCol="1" spcCol="1270" anchor="ctr" anchorCtr="0">
          <a:noAutofit/>
        </a:bodyPr>
        <a:lstStyle/>
        <a:p>
          <a:pPr marL="0" lvl="0" indent="0" algn="l" defTabSz="1066800">
            <a:lnSpc>
              <a:spcPct val="90000"/>
            </a:lnSpc>
            <a:spcBef>
              <a:spcPct val="0"/>
            </a:spcBef>
            <a:spcAft>
              <a:spcPct val="35000"/>
            </a:spcAft>
            <a:buNone/>
          </a:pPr>
          <a:r>
            <a:rPr lang="en-US" sz="2400" kern="1200"/>
            <a:t>Educate staff about new, potential risks.</a:t>
          </a:r>
        </a:p>
      </dsp:txBody>
      <dsp:txXfrm>
        <a:off x="2150745" y="2865001"/>
        <a:ext cx="8602980" cy="900397"/>
      </dsp:txXfrm>
    </dsp:sp>
    <dsp:sp modelId="{91F93E9E-6AA2-4419-A6CB-654B2A43311A}">
      <dsp:nvSpPr>
        <dsp:cNvPr id="0" name=""/>
        <dsp:cNvSpPr/>
      </dsp:nvSpPr>
      <dsp:spPr>
        <a:xfrm>
          <a:off x="0" y="2865001"/>
          <a:ext cx="2150745" cy="900397"/>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810" tIns="88939" rIns="113810" bIns="88939" numCol="1" spcCol="1270" anchor="ctr" anchorCtr="0">
          <a:noAutofit/>
        </a:bodyPr>
        <a:lstStyle/>
        <a:p>
          <a:pPr marL="0" lvl="0" indent="0" algn="ctr" defTabSz="1244600">
            <a:lnSpc>
              <a:spcPct val="90000"/>
            </a:lnSpc>
            <a:spcBef>
              <a:spcPct val="0"/>
            </a:spcBef>
            <a:spcAft>
              <a:spcPct val="35000"/>
            </a:spcAft>
            <a:buNone/>
          </a:pPr>
          <a:r>
            <a:rPr lang="en-US" sz="2800" kern="1200"/>
            <a:t>Educate</a:t>
          </a:r>
        </a:p>
      </dsp:txBody>
      <dsp:txXfrm>
        <a:off x="0" y="2865001"/>
        <a:ext cx="2150745" cy="90039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90BFD7-2DB5-485A-A368-8D37ED73F595}">
      <dsp:nvSpPr>
        <dsp:cNvPr id="0" name=""/>
        <dsp:cNvSpPr/>
      </dsp:nvSpPr>
      <dsp:spPr>
        <a:xfrm>
          <a:off x="0" y="2209"/>
          <a:ext cx="6666833" cy="131917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My </a:t>
          </a:r>
          <a:r>
            <a:rPr lang="en-US" sz="2400" kern="1200" dirty="0" err="1">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AskAI</a:t>
          </a:r>
          <a:r>
            <a:rPr lang="en-US" sz="2400" b="1" kern="1200" dirty="0"/>
            <a:t>: </a:t>
          </a:r>
          <a:r>
            <a:rPr lang="en-US" sz="2400" kern="1200" dirty="0"/>
            <a:t>Free 14-days trial; after that, $99.00/month for 1,000 conversations/month</a:t>
          </a:r>
        </a:p>
      </dsp:txBody>
      <dsp:txXfrm>
        <a:off x="64397" y="66606"/>
        <a:ext cx="6538039" cy="1190381"/>
      </dsp:txXfrm>
    </dsp:sp>
    <dsp:sp modelId="{C51FE93B-BA62-456E-A4DC-095087879191}">
      <dsp:nvSpPr>
        <dsp:cNvPr id="0" name=""/>
        <dsp:cNvSpPr/>
      </dsp:nvSpPr>
      <dsp:spPr>
        <a:xfrm>
          <a:off x="0" y="1378984"/>
          <a:ext cx="6666833" cy="1319175"/>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hlinkClick xmlns:r="http://schemas.openxmlformats.org/officeDocument/2006/relationships" r:id="rId2"/>
            </a:rPr>
            <a:t>Botpress</a:t>
          </a:r>
          <a:r>
            <a:rPr lang="en-US" sz="2400" kern="1200" dirty="0"/>
            <a:t>: Free basic program; 2,000 incoming messages/month</a:t>
          </a:r>
        </a:p>
      </dsp:txBody>
      <dsp:txXfrm>
        <a:off x="64397" y="1443381"/>
        <a:ext cx="6538039" cy="1190381"/>
      </dsp:txXfrm>
    </dsp:sp>
    <dsp:sp modelId="{08ACE39C-3893-4FC3-A70C-09B94193E05A}">
      <dsp:nvSpPr>
        <dsp:cNvPr id="0" name=""/>
        <dsp:cNvSpPr/>
      </dsp:nvSpPr>
      <dsp:spPr>
        <a:xfrm>
          <a:off x="0" y="2755759"/>
          <a:ext cx="6666833" cy="1319175"/>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1"/>
              </a:solidFill>
              <a:hlinkClick xmlns:r="http://schemas.openxmlformats.org/officeDocument/2006/relationships" r:id="rId3">
                <a:extLst>
                  <a:ext uri="{A12FA001-AC4F-418D-AE19-62706E023703}">
                    <ahyp:hlinkClr xmlns:ahyp="http://schemas.microsoft.com/office/drawing/2018/hyperlinkcolor" val="tx"/>
                  </a:ext>
                </a:extLst>
              </a:hlinkClick>
            </a:rPr>
            <a:t>Botsonic</a:t>
          </a:r>
          <a:r>
            <a:rPr lang="en-US" sz="2400" kern="1200" dirty="0"/>
            <a:t>: Basic program $16/month for 1,000 messages; professional version $41/month for 3,000 messages</a:t>
          </a:r>
        </a:p>
      </dsp:txBody>
      <dsp:txXfrm>
        <a:off x="64397" y="2820156"/>
        <a:ext cx="6538039" cy="1190381"/>
      </dsp:txXfrm>
    </dsp:sp>
    <dsp:sp modelId="{07B1E979-B5FE-48F1-B133-B50B87B37959}">
      <dsp:nvSpPr>
        <dsp:cNvPr id="0" name=""/>
        <dsp:cNvSpPr/>
      </dsp:nvSpPr>
      <dsp:spPr>
        <a:xfrm>
          <a:off x="0" y="4132535"/>
          <a:ext cx="6666833" cy="1319175"/>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1"/>
              </a:solidFill>
              <a:hlinkClick xmlns:r="http://schemas.openxmlformats.org/officeDocument/2006/relationships" r:id="rId4">
                <a:extLst>
                  <a:ext uri="{A12FA001-AC4F-418D-AE19-62706E023703}">
                    <ahyp:hlinkClr xmlns:ahyp="http://schemas.microsoft.com/office/drawing/2018/hyperlinkcolor" val="tx"/>
                  </a:ext>
                </a:extLst>
              </a:hlinkClick>
            </a:rPr>
            <a:t>Chatbase</a:t>
          </a:r>
          <a:r>
            <a:rPr lang="en-US" sz="2400" kern="1200" dirty="0"/>
            <a:t>: Free basic program; Hobby program $19/month for 2,000 messages; $99/month for 10,000 messages</a:t>
          </a:r>
        </a:p>
      </dsp:txBody>
      <dsp:txXfrm>
        <a:off x="64397" y="4196932"/>
        <a:ext cx="6538039" cy="1190381"/>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1E078-0512-4FD6-8FFB-EEBF638E0B9F}">
      <dsp:nvSpPr>
        <dsp:cNvPr id="0" name=""/>
        <dsp:cNvSpPr/>
      </dsp:nvSpPr>
      <dsp:spPr>
        <a:xfrm>
          <a:off x="1928558" y="1085982"/>
          <a:ext cx="411459" cy="91440"/>
        </a:xfrm>
        <a:custGeom>
          <a:avLst/>
          <a:gdLst/>
          <a:ahLst/>
          <a:cxnLst/>
          <a:rect l="0" t="0" r="0" b="0"/>
          <a:pathLst>
            <a:path>
              <a:moveTo>
                <a:pt x="0" y="45720"/>
              </a:moveTo>
              <a:lnTo>
                <a:pt x="411459"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3236" y="1129489"/>
        <a:ext cx="22102" cy="4424"/>
      </dsp:txXfrm>
    </dsp:sp>
    <dsp:sp modelId="{B4C19754-0072-4BD3-A364-25449EEB0C77}">
      <dsp:nvSpPr>
        <dsp:cNvPr id="0" name=""/>
        <dsp:cNvSpPr/>
      </dsp:nvSpPr>
      <dsp:spPr>
        <a:xfrm>
          <a:off x="8361" y="555103"/>
          <a:ext cx="1921997" cy="115319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79" tIns="98858" rIns="94179" bIns="98858" numCol="1" spcCol="1270" anchor="ctr" anchorCtr="0">
          <a:noAutofit/>
        </a:bodyPr>
        <a:lstStyle/>
        <a:p>
          <a:pPr marL="0" lvl="0" indent="0" algn="ctr" defTabSz="800100">
            <a:lnSpc>
              <a:spcPct val="90000"/>
            </a:lnSpc>
            <a:spcBef>
              <a:spcPct val="0"/>
            </a:spcBef>
            <a:spcAft>
              <a:spcPct val="35000"/>
            </a:spcAft>
            <a:buNone/>
          </a:pPr>
          <a:r>
            <a:rPr lang="en-US" sz="1800" kern="1200" dirty="0"/>
            <a:t>Define the chatbot's purpose and goals.</a:t>
          </a:r>
        </a:p>
      </dsp:txBody>
      <dsp:txXfrm>
        <a:off x="8361" y="555103"/>
        <a:ext cx="1921997" cy="1153198"/>
      </dsp:txXfrm>
    </dsp:sp>
    <dsp:sp modelId="{CF1B2185-0222-4AEE-BF0A-1304ADFDBEB9}">
      <dsp:nvSpPr>
        <dsp:cNvPr id="0" name=""/>
        <dsp:cNvSpPr/>
      </dsp:nvSpPr>
      <dsp:spPr>
        <a:xfrm>
          <a:off x="4292615" y="1085982"/>
          <a:ext cx="411459" cy="91440"/>
        </a:xfrm>
        <a:custGeom>
          <a:avLst/>
          <a:gdLst/>
          <a:ahLst/>
          <a:cxnLst/>
          <a:rect l="0" t="0" r="0" b="0"/>
          <a:pathLst>
            <a:path>
              <a:moveTo>
                <a:pt x="0" y="45720"/>
              </a:moveTo>
              <a:lnTo>
                <a:pt x="411459" y="45720"/>
              </a:lnTo>
            </a:path>
          </a:pathLst>
        </a:custGeom>
        <a:noFill/>
        <a:ln w="12700" cap="flat" cmpd="sng" algn="ctr">
          <a:solidFill>
            <a:schemeClr val="accent5">
              <a:hueOff val="-2430430"/>
              <a:satOff val="-165"/>
              <a:lumOff val="3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87293" y="1129489"/>
        <a:ext cx="22102" cy="4424"/>
      </dsp:txXfrm>
    </dsp:sp>
    <dsp:sp modelId="{C41DC791-9258-4ADB-9272-057B517DE855}">
      <dsp:nvSpPr>
        <dsp:cNvPr id="0" name=""/>
        <dsp:cNvSpPr/>
      </dsp:nvSpPr>
      <dsp:spPr>
        <a:xfrm>
          <a:off x="2372417" y="555103"/>
          <a:ext cx="1921997" cy="1153198"/>
        </a:xfrm>
        <a:prstGeom prst="rect">
          <a:avLst/>
        </a:prstGeom>
        <a:gradFill rotWithShape="0">
          <a:gsLst>
            <a:gs pos="0">
              <a:schemeClr val="accent5">
                <a:hueOff val="-2025358"/>
                <a:satOff val="-138"/>
                <a:lumOff val="327"/>
                <a:alphaOff val="0"/>
                <a:satMod val="103000"/>
                <a:lumMod val="102000"/>
                <a:tint val="94000"/>
              </a:schemeClr>
            </a:gs>
            <a:gs pos="50000">
              <a:schemeClr val="accent5">
                <a:hueOff val="-2025358"/>
                <a:satOff val="-138"/>
                <a:lumOff val="327"/>
                <a:alphaOff val="0"/>
                <a:satMod val="110000"/>
                <a:lumMod val="100000"/>
                <a:shade val="100000"/>
              </a:schemeClr>
            </a:gs>
            <a:gs pos="100000">
              <a:schemeClr val="accent5">
                <a:hueOff val="-2025358"/>
                <a:satOff val="-138"/>
                <a:lumOff val="32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79" tIns="98858" rIns="94179" bIns="98858" numCol="1" spcCol="1270" anchor="ctr" anchorCtr="0">
          <a:noAutofit/>
        </a:bodyPr>
        <a:lstStyle/>
        <a:p>
          <a:pPr marL="0" lvl="0" indent="0" algn="ctr" defTabSz="800100">
            <a:lnSpc>
              <a:spcPct val="90000"/>
            </a:lnSpc>
            <a:spcBef>
              <a:spcPct val="0"/>
            </a:spcBef>
            <a:spcAft>
              <a:spcPct val="35000"/>
            </a:spcAft>
            <a:buNone/>
          </a:pPr>
          <a:r>
            <a:rPr lang="en-US" sz="1800" kern="1200" dirty="0"/>
            <a:t>Choose the right chatbot for your website.</a:t>
          </a:r>
        </a:p>
      </dsp:txBody>
      <dsp:txXfrm>
        <a:off x="2372417" y="555103"/>
        <a:ext cx="1921997" cy="1153198"/>
      </dsp:txXfrm>
    </dsp:sp>
    <dsp:sp modelId="{981B0D67-96F4-444B-BE2C-E6BDA51121A9}">
      <dsp:nvSpPr>
        <dsp:cNvPr id="0" name=""/>
        <dsp:cNvSpPr/>
      </dsp:nvSpPr>
      <dsp:spPr>
        <a:xfrm>
          <a:off x="969359" y="1706501"/>
          <a:ext cx="4728113" cy="411459"/>
        </a:xfrm>
        <a:custGeom>
          <a:avLst/>
          <a:gdLst/>
          <a:ahLst/>
          <a:cxnLst/>
          <a:rect l="0" t="0" r="0" b="0"/>
          <a:pathLst>
            <a:path>
              <a:moveTo>
                <a:pt x="4728113" y="0"/>
              </a:moveTo>
              <a:lnTo>
                <a:pt x="4728113" y="222829"/>
              </a:lnTo>
              <a:lnTo>
                <a:pt x="0" y="222829"/>
              </a:lnTo>
              <a:lnTo>
                <a:pt x="0" y="411459"/>
              </a:lnTo>
            </a:path>
          </a:pathLst>
        </a:custGeom>
        <a:noFill/>
        <a:ln w="12700" cap="flat" cmpd="sng" algn="ctr">
          <a:solidFill>
            <a:schemeClr val="accent5">
              <a:hueOff val="-4860860"/>
              <a:satOff val="-330"/>
              <a:lumOff val="78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14698" y="1910018"/>
        <a:ext cx="237436" cy="4424"/>
      </dsp:txXfrm>
    </dsp:sp>
    <dsp:sp modelId="{B38AC6A9-0802-42AC-9FAA-7B6C0183D17D}">
      <dsp:nvSpPr>
        <dsp:cNvPr id="0" name=""/>
        <dsp:cNvSpPr/>
      </dsp:nvSpPr>
      <dsp:spPr>
        <a:xfrm>
          <a:off x="4736474" y="555103"/>
          <a:ext cx="1921997" cy="1153198"/>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79" tIns="98858" rIns="94179" bIns="98858" numCol="1" spcCol="1270" anchor="ctr" anchorCtr="0">
          <a:noAutofit/>
        </a:bodyPr>
        <a:lstStyle/>
        <a:p>
          <a:pPr marL="0" lvl="0" indent="0" algn="ctr" defTabSz="800100">
            <a:lnSpc>
              <a:spcPct val="90000"/>
            </a:lnSpc>
            <a:spcBef>
              <a:spcPct val="0"/>
            </a:spcBef>
            <a:spcAft>
              <a:spcPct val="35000"/>
            </a:spcAft>
            <a:buNone/>
          </a:pPr>
          <a:r>
            <a:rPr lang="en-US" sz="1800" kern="1200" dirty="0"/>
            <a:t>Design your chatbot's conversation flow.</a:t>
          </a:r>
        </a:p>
      </dsp:txBody>
      <dsp:txXfrm>
        <a:off x="4736474" y="555103"/>
        <a:ext cx="1921997" cy="1153198"/>
      </dsp:txXfrm>
    </dsp:sp>
    <dsp:sp modelId="{DBF9B5E1-5C33-4273-9D82-C983C9365DAD}">
      <dsp:nvSpPr>
        <dsp:cNvPr id="0" name=""/>
        <dsp:cNvSpPr/>
      </dsp:nvSpPr>
      <dsp:spPr>
        <a:xfrm>
          <a:off x="1928558" y="2681240"/>
          <a:ext cx="411459" cy="91440"/>
        </a:xfrm>
        <a:custGeom>
          <a:avLst/>
          <a:gdLst/>
          <a:ahLst/>
          <a:cxnLst/>
          <a:rect l="0" t="0" r="0" b="0"/>
          <a:pathLst>
            <a:path>
              <a:moveTo>
                <a:pt x="0" y="45720"/>
              </a:moveTo>
              <a:lnTo>
                <a:pt x="411459" y="45720"/>
              </a:lnTo>
            </a:path>
          </a:pathLst>
        </a:custGeom>
        <a:noFill/>
        <a:ln w="12700" cap="flat" cmpd="sng" algn="ctr">
          <a:solidFill>
            <a:schemeClr val="accent5">
              <a:hueOff val="-7291290"/>
              <a:satOff val="-496"/>
              <a:lumOff val="117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3236" y="2724747"/>
        <a:ext cx="22102" cy="4424"/>
      </dsp:txXfrm>
    </dsp:sp>
    <dsp:sp modelId="{857B9BF5-E31E-4A69-8EB5-4AF5833B139C}">
      <dsp:nvSpPr>
        <dsp:cNvPr id="0" name=""/>
        <dsp:cNvSpPr/>
      </dsp:nvSpPr>
      <dsp:spPr>
        <a:xfrm>
          <a:off x="8361" y="2150360"/>
          <a:ext cx="1921997" cy="1153198"/>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79" tIns="98858" rIns="94179" bIns="98858" numCol="1" spcCol="1270" anchor="ctr" anchorCtr="0">
          <a:noAutofit/>
        </a:bodyPr>
        <a:lstStyle/>
        <a:p>
          <a:pPr marL="0" lvl="0" indent="0" algn="ctr" defTabSz="800100">
            <a:lnSpc>
              <a:spcPct val="90000"/>
            </a:lnSpc>
            <a:spcBef>
              <a:spcPct val="0"/>
            </a:spcBef>
            <a:spcAft>
              <a:spcPct val="35000"/>
            </a:spcAft>
            <a:buNone/>
          </a:pPr>
          <a:r>
            <a:rPr lang="en-US" sz="1800" kern="1200" dirty="0"/>
            <a:t>Train your chatbot on your content.</a:t>
          </a:r>
        </a:p>
      </dsp:txBody>
      <dsp:txXfrm>
        <a:off x="8361" y="2150360"/>
        <a:ext cx="1921997" cy="1153198"/>
      </dsp:txXfrm>
    </dsp:sp>
    <dsp:sp modelId="{3AF3C319-3D36-4530-97D1-B8186DD76F83}">
      <dsp:nvSpPr>
        <dsp:cNvPr id="0" name=""/>
        <dsp:cNvSpPr/>
      </dsp:nvSpPr>
      <dsp:spPr>
        <a:xfrm>
          <a:off x="4292615" y="2681240"/>
          <a:ext cx="411459" cy="91440"/>
        </a:xfrm>
        <a:custGeom>
          <a:avLst/>
          <a:gdLst/>
          <a:ahLst/>
          <a:cxnLst/>
          <a:rect l="0" t="0" r="0" b="0"/>
          <a:pathLst>
            <a:path>
              <a:moveTo>
                <a:pt x="0" y="45720"/>
              </a:moveTo>
              <a:lnTo>
                <a:pt x="411459" y="45720"/>
              </a:lnTo>
            </a:path>
          </a:pathLst>
        </a:custGeom>
        <a:noFill/>
        <a:ln w="12700" cap="flat" cmpd="sng" algn="ctr">
          <a:solidFill>
            <a:schemeClr val="accent5">
              <a:hueOff val="-9721720"/>
              <a:satOff val="-661"/>
              <a:lumOff val="156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87293" y="2724747"/>
        <a:ext cx="22102" cy="4424"/>
      </dsp:txXfrm>
    </dsp:sp>
    <dsp:sp modelId="{AF6114A9-EF47-4446-A8F0-59185932C119}">
      <dsp:nvSpPr>
        <dsp:cNvPr id="0" name=""/>
        <dsp:cNvSpPr/>
      </dsp:nvSpPr>
      <dsp:spPr>
        <a:xfrm>
          <a:off x="2372417" y="2150360"/>
          <a:ext cx="1921997" cy="1153198"/>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79" tIns="98858" rIns="94179" bIns="98858" numCol="1" spcCol="1270" anchor="ctr" anchorCtr="0">
          <a:noAutofit/>
        </a:bodyPr>
        <a:lstStyle/>
        <a:p>
          <a:pPr marL="0" lvl="0" indent="0" algn="ctr" defTabSz="800100">
            <a:lnSpc>
              <a:spcPct val="90000"/>
            </a:lnSpc>
            <a:spcBef>
              <a:spcPct val="0"/>
            </a:spcBef>
            <a:spcAft>
              <a:spcPct val="35000"/>
            </a:spcAft>
            <a:buNone/>
          </a:pPr>
          <a:r>
            <a:rPr lang="en-US" sz="1800" kern="1200" dirty="0"/>
            <a:t>Integrate the chatbot into your website.</a:t>
          </a:r>
        </a:p>
      </dsp:txBody>
      <dsp:txXfrm>
        <a:off x="2372417" y="2150360"/>
        <a:ext cx="1921997" cy="1153198"/>
      </dsp:txXfrm>
    </dsp:sp>
    <dsp:sp modelId="{F36F58E3-8EFC-41C0-8613-0009F76A7A39}">
      <dsp:nvSpPr>
        <dsp:cNvPr id="0" name=""/>
        <dsp:cNvSpPr/>
      </dsp:nvSpPr>
      <dsp:spPr>
        <a:xfrm>
          <a:off x="969359" y="3301759"/>
          <a:ext cx="4728113" cy="411459"/>
        </a:xfrm>
        <a:custGeom>
          <a:avLst/>
          <a:gdLst/>
          <a:ahLst/>
          <a:cxnLst/>
          <a:rect l="0" t="0" r="0" b="0"/>
          <a:pathLst>
            <a:path>
              <a:moveTo>
                <a:pt x="4728113" y="0"/>
              </a:moveTo>
              <a:lnTo>
                <a:pt x="4728113" y="222829"/>
              </a:lnTo>
              <a:lnTo>
                <a:pt x="0" y="222829"/>
              </a:lnTo>
              <a:lnTo>
                <a:pt x="0" y="411459"/>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14698" y="3505276"/>
        <a:ext cx="237436" cy="4424"/>
      </dsp:txXfrm>
    </dsp:sp>
    <dsp:sp modelId="{F1E2B0E2-C3A8-4578-807E-73602253A710}">
      <dsp:nvSpPr>
        <dsp:cNvPr id="0" name=""/>
        <dsp:cNvSpPr/>
      </dsp:nvSpPr>
      <dsp:spPr>
        <a:xfrm>
          <a:off x="4736474" y="2150360"/>
          <a:ext cx="1921997" cy="1153198"/>
        </a:xfrm>
        <a:prstGeom prst="rect">
          <a:avLst/>
        </a:prstGeom>
        <a:gradFill rotWithShape="0">
          <a:gsLst>
            <a:gs pos="0">
              <a:schemeClr val="accent5">
                <a:hueOff val="-10126791"/>
                <a:satOff val="-688"/>
                <a:lumOff val="1634"/>
                <a:alphaOff val="0"/>
                <a:satMod val="103000"/>
                <a:lumMod val="102000"/>
                <a:tint val="94000"/>
              </a:schemeClr>
            </a:gs>
            <a:gs pos="50000">
              <a:schemeClr val="accent5">
                <a:hueOff val="-10126791"/>
                <a:satOff val="-688"/>
                <a:lumOff val="1634"/>
                <a:alphaOff val="0"/>
                <a:satMod val="110000"/>
                <a:lumMod val="100000"/>
                <a:shade val="100000"/>
              </a:schemeClr>
            </a:gs>
            <a:gs pos="100000">
              <a:schemeClr val="accent5">
                <a:hueOff val="-10126791"/>
                <a:satOff val="-688"/>
                <a:lumOff val="163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79" tIns="98858" rIns="94179" bIns="98858" numCol="1" spcCol="1270" anchor="ctr" anchorCtr="0">
          <a:noAutofit/>
        </a:bodyPr>
        <a:lstStyle/>
        <a:p>
          <a:pPr marL="0" lvl="0" indent="0" algn="ctr" defTabSz="800100">
            <a:lnSpc>
              <a:spcPct val="90000"/>
            </a:lnSpc>
            <a:spcBef>
              <a:spcPct val="0"/>
            </a:spcBef>
            <a:spcAft>
              <a:spcPct val="35000"/>
            </a:spcAft>
            <a:buNone/>
          </a:pPr>
          <a:r>
            <a:rPr lang="en-US" sz="1800" kern="1200" dirty="0"/>
            <a:t>Test the chatbot.</a:t>
          </a:r>
        </a:p>
      </dsp:txBody>
      <dsp:txXfrm>
        <a:off x="4736474" y="2150360"/>
        <a:ext cx="1921997" cy="1153198"/>
      </dsp:txXfrm>
    </dsp:sp>
    <dsp:sp modelId="{14AB2708-0D64-467F-B49B-39458BDF0C46}">
      <dsp:nvSpPr>
        <dsp:cNvPr id="0" name=""/>
        <dsp:cNvSpPr/>
      </dsp:nvSpPr>
      <dsp:spPr>
        <a:xfrm>
          <a:off x="8361" y="3745618"/>
          <a:ext cx="1921997" cy="1153198"/>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4179" tIns="98858" rIns="94179" bIns="98858" numCol="1" spcCol="1270" anchor="ctr" anchorCtr="0">
          <a:noAutofit/>
        </a:bodyPr>
        <a:lstStyle/>
        <a:p>
          <a:pPr marL="0" lvl="0" indent="0" algn="ctr" defTabSz="622300">
            <a:lnSpc>
              <a:spcPct val="90000"/>
            </a:lnSpc>
            <a:spcBef>
              <a:spcPct val="0"/>
            </a:spcBef>
            <a:spcAft>
              <a:spcPct val="35000"/>
            </a:spcAft>
            <a:buNone/>
          </a:pPr>
          <a:r>
            <a:rPr lang="en-US" sz="1400" kern="1200" dirty="0"/>
            <a:t>Check periodically to see what your chatbot can’t answer or is answering incorrectly. “Teach” it any new content you develop.</a:t>
          </a:r>
        </a:p>
      </dsp:txBody>
      <dsp:txXfrm>
        <a:off x="8361" y="3745618"/>
        <a:ext cx="1921997" cy="115319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896F11-D224-4F7B-8D35-DE5B41DB0ADB}"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C53105-950A-46DD-B340-24AD54406D5A}" type="slidenum">
              <a:rPr lang="en-US" smtClean="0"/>
              <a:t>‹#›</a:t>
            </a:fld>
            <a:endParaRPr lang="en-US"/>
          </a:p>
        </p:txBody>
      </p:sp>
    </p:spTree>
    <p:extLst>
      <p:ext uri="{BB962C8B-B14F-4D97-AF65-F5344CB8AC3E}">
        <p14:creationId xmlns:p14="http://schemas.microsoft.com/office/powerpoint/2010/main" val="65248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tinyurl.com/orgaitracker"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yokoco.com/navigating-the-ai-revolution-top-takeaways-from-asaes-2024-annual-meeting/"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a:t>
            </a:r>
          </a:p>
          <a:p>
            <a:endParaRPr lang="en-US" dirty="0"/>
          </a:p>
          <a:p>
            <a:r>
              <a:rPr lang="en-US" dirty="0"/>
              <a:t>https://theaidigest.org/ai-can-or-cant</a:t>
            </a:r>
          </a:p>
        </p:txBody>
      </p:sp>
      <p:sp>
        <p:nvSpPr>
          <p:cNvPr id="4" name="Slide Number Placeholder 3"/>
          <p:cNvSpPr>
            <a:spLocks noGrp="1"/>
          </p:cNvSpPr>
          <p:nvPr>
            <p:ph type="sldNum" sz="quarter" idx="5"/>
          </p:nvPr>
        </p:nvSpPr>
        <p:spPr/>
        <p:txBody>
          <a:bodyPr/>
          <a:lstStyle/>
          <a:p>
            <a:fld id="{F8C53105-950A-46DD-B340-24AD54406D5A}" type="slidenum">
              <a:rPr lang="en-US" smtClean="0"/>
              <a:t>7</a:t>
            </a:fld>
            <a:endParaRPr lang="en-US"/>
          </a:p>
        </p:txBody>
      </p:sp>
    </p:spTree>
    <p:extLst>
      <p:ext uri="{BB962C8B-B14F-4D97-AF65-F5344CB8AC3E}">
        <p14:creationId xmlns:p14="http://schemas.microsoft.com/office/powerpoint/2010/main" val="2451005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a:t>
            </a:r>
          </a:p>
        </p:txBody>
      </p:sp>
      <p:sp>
        <p:nvSpPr>
          <p:cNvPr id="4" name="Slide Number Placeholder 3"/>
          <p:cNvSpPr>
            <a:spLocks noGrp="1"/>
          </p:cNvSpPr>
          <p:nvPr>
            <p:ph type="sldNum" sz="quarter" idx="5"/>
          </p:nvPr>
        </p:nvSpPr>
        <p:spPr/>
        <p:txBody>
          <a:bodyPr/>
          <a:lstStyle/>
          <a:p>
            <a:fld id="{F8C53105-950A-46DD-B340-24AD54406D5A}" type="slidenum">
              <a:rPr lang="en-US" smtClean="0"/>
              <a:t>8</a:t>
            </a:fld>
            <a:endParaRPr lang="en-US"/>
          </a:p>
        </p:txBody>
      </p:sp>
    </p:spTree>
    <p:extLst>
      <p:ext uri="{BB962C8B-B14F-4D97-AF65-F5344CB8AC3E}">
        <p14:creationId xmlns:p14="http://schemas.microsoft.com/office/powerpoint/2010/main" val="2980681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a:t>
            </a:r>
          </a:p>
        </p:txBody>
      </p:sp>
      <p:sp>
        <p:nvSpPr>
          <p:cNvPr id="4" name="Slide Number Placeholder 3"/>
          <p:cNvSpPr>
            <a:spLocks noGrp="1"/>
          </p:cNvSpPr>
          <p:nvPr>
            <p:ph type="sldNum" sz="quarter" idx="5"/>
          </p:nvPr>
        </p:nvSpPr>
        <p:spPr/>
        <p:txBody>
          <a:bodyPr/>
          <a:lstStyle/>
          <a:p>
            <a:fld id="{F8C53105-950A-46DD-B340-24AD54406D5A}" type="slidenum">
              <a:rPr lang="en-US" smtClean="0"/>
              <a:t>9</a:t>
            </a:fld>
            <a:endParaRPr lang="en-US"/>
          </a:p>
        </p:txBody>
      </p:sp>
    </p:spTree>
    <p:extLst>
      <p:ext uri="{BB962C8B-B14F-4D97-AF65-F5344CB8AC3E}">
        <p14:creationId xmlns:p14="http://schemas.microsoft.com/office/powerpoint/2010/main" val="4150476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can’t. </a:t>
            </a:r>
          </a:p>
        </p:txBody>
      </p:sp>
      <p:sp>
        <p:nvSpPr>
          <p:cNvPr id="4" name="Slide Number Placeholder 3"/>
          <p:cNvSpPr>
            <a:spLocks noGrp="1"/>
          </p:cNvSpPr>
          <p:nvPr>
            <p:ph type="sldNum" sz="quarter" idx="5"/>
          </p:nvPr>
        </p:nvSpPr>
        <p:spPr/>
        <p:txBody>
          <a:bodyPr/>
          <a:lstStyle/>
          <a:p>
            <a:fld id="{F8C53105-950A-46DD-B340-24AD54406D5A}" type="slidenum">
              <a:rPr lang="en-US" smtClean="0"/>
              <a:t>10</a:t>
            </a:fld>
            <a:endParaRPr lang="en-US"/>
          </a:p>
        </p:txBody>
      </p:sp>
    </p:spTree>
    <p:extLst>
      <p:ext uri="{BB962C8B-B14F-4D97-AF65-F5344CB8AC3E}">
        <p14:creationId xmlns:p14="http://schemas.microsoft.com/office/powerpoint/2010/main" val="2222510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a:t>
            </a:r>
          </a:p>
        </p:txBody>
      </p:sp>
      <p:sp>
        <p:nvSpPr>
          <p:cNvPr id="4" name="Slide Number Placeholder 3"/>
          <p:cNvSpPr>
            <a:spLocks noGrp="1"/>
          </p:cNvSpPr>
          <p:nvPr>
            <p:ph type="sldNum" sz="quarter" idx="5"/>
          </p:nvPr>
        </p:nvSpPr>
        <p:spPr/>
        <p:txBody>
          <a:bodyPr/>
          <a:lstStyle/>
          <a:p>
            <a:fld id="{F8C53105-950A-46DD-B340-24AD54406D5A}" type="slidenum">
              <a:rPr lang="en-US" smtClean="0"/>
              <a:t>11</a:t>
            </a:fld>
            <a:endParaRPr lang="en-US"/>
          </a:p>
        </p:txBody>
      </p:sp>
    </p:spTree>
    <p:extLst>
      <p:ext uri="{BB962C8B-B14F-4D97-AF65-F5344CB8AC3E}">
        <p14:creationId xmlns:p14="http://schemas.microsoft.com/office/powerpoint/2010/main" val="3903879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a:t>
            </a:r>
          </a:p>
        </p:txBody>
      </p:sp>
      <p:sp>
        <p:nvSpPr>
          <p:cNvPr id="4" name="Slide Number Placeholder 3"/>
          <p:cNvSpPr>
            <a:spLocks noGrp="1"/>
          </p:cNvSpPr>
          <p:nvPr>
            <p:ph type="sldNum" sz="quarter" idx="5"/>
          </p:nvPr>
        </p:nvSpPr>
        <p:spPr/>
        <p:txBody>
          <a:bodyPr/>
          <a:lstStyle/>
          <a:p>
            <a:fld id="{F8C53105-950A-46DD-B340-24AD54406D5A}" type="slidenum">
              <a:rPr lang="en-US" smtClean="0"/>
              <a:t>12</a:t>
            </a:fld>
            <a:endParaRPr lang="en-US"/>
          </a:p>
        </p:txBody>
      </p:sp>
    </p:spTree>
    <p:extLst>
      <p:ext uri="{BB962C8B-B14F-4D97-AF65-F5344CB8AC3E}">
        <p14:creationId xmlns:p14="http://schemas.microsoft.com/office/powerpoint/2010/main" val="2114444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https://drive.google.com/file/d/1LetQvDpZ3zH4fxWwUZXfUe6n7yn9NjxM/view?usp=drive_link</a:t>
            </a:r>
          </a:p>
        </p:txBody>
      </p:sp>
      <p:sp>
        <p:nvSpPr>
          <p:cNvPr id="4" name="Slide Number Placeholder 3"/>
          <p:cNvSpPr>
            <a:spLocks noGrp="1"/>
          </p:cNvSpPr>
          <p:nvPr>
            <p:ph type="sldNum" sz="quarter" idx="5"/>
          </p:nvPr>
        </p:nvSpPr>
        <p:spPr/>
        <p:txBody>
          <a:bodyPr/>
          <a:lstStyle/>
          <a:p>
            <a:fld id="{F8C53105-950A-46DD-B340-24AD54406D5A}" type="slidenum">
              <a:rPr lang="en-US" smtClean="0"/>
              <a:t>16</a:t>
            </a:fld>
            <a:endParaRPr lang="en-US"/>
          </a:p>
        </p:txBody>
      </p:sp>
    </p:spTree>
    <p:extLst>
      <p:ext uri="{BB962C8B-B14F-4D97-AF65-F5344CB8AC3E}">
        <p14:creationId xmlns:p14="http://schemas.microsoft.com/office/powerpoint/2010/main" val="1363179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Washington Post article: https://www.washingtonpost.com/technology/2024/08/04/chatgpt-use-real-ai-chatbot-conversations/</a:t>
            </a:r>
          </a:p>
        </p:txBody>
      </p:sp>
      <p:sp>
        <p:nvSpPr>
          <p:cNvPr id="4" name="Slide Number Placeholder 3"/>
          <p:cNvSpPr>
            <a:spLocks noGrp="1"/>
          </p:cNvSpPr>
          <p:nvPr>
            <p:ph type="sldNum" sz="quarter" idx="5"/>
          </p:nvPr>
        </p:nvSpPr>
        <p:spPr/>
        <p:txBody>
          <a:bodyPr/>
          <a:lstStyle/>
          <a:p>
            <a:fld id="{F8C53105-950A-46DD-B340-24AD54406D5A}" type="slidenum">
              <a:rPr lang="en-US" smtClean="0"/>
              <a:t>24</a:t>
            </a:fld>
            <a:endParaRPr lang="en-US"/>
          </a:p>
        </p:txBody>
      </p:sp>
    </p:spTree>
    <p:extLst>
      <p:ext uri="{BB962C8B-B14F-4D97-AF65-F5344CB8AC3E}">
        <p14:creationId xmlns:p14="http://schemas.microsoft.com/office/powerpoint/2010/main" val="3620400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Chatbot Comparison as of 9-3-24 resource (https://drive.google.com/file/d/1wpIqHfVB02ZERKn_hHT9tvJ9xWWZLL-i/view?usp=drive_link)</a:t>
            </a:r>
          </a:p>
        </p:txBody>
      </p:sp>
      <p:sp>
        <p:nvSpPr>
          <p:cNvPr id="4" name="Slide Number Placeholder 3"/>
          <p:cNvSpPr>
            <a:spLocks noGrp="1"/>
          </p:cNvSpPr>
          <p:nvPr>
            <p:ph type="sldNum" sz="quarter" idx="5"/>
          </p:nvPr>
        </p:nvSpPr>
        <p:spPr/>
        <p:txBody>
          <a:bodyPr/>
          <a:lstStyle/>
          <a:p>
            <a:fld id="{F8C53105-950A-46DD-B340-24AD54406D5A}" type="slidenum">
              <a:rPr lang="en-US" smtClean="0"/>
              <a:t>25</a:t>
            </a:fld>
            <a:endParaRPr lang="en-US"/>
          </a:p>
        </p:txBody>
      </p:sp>
    </p:spTree>
    <p:extLst>
      <p:ext uri="{BB962C8B-B14F-4D97-AF65-F5344CB8AC3E}">
        <p14:creationId xmlns:p14="http://schemas.microsoft.com/office/powerpoint/2010/main" val="110477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Helvetica" panose="020B0604020202020204" pitchFamily="34" charset="0"/>
              </a:rPr>
              <a:t>Go to ChatGPT and log in with your account.</a:t>
            </a:r>
          </a:p>
          <a:p>
            <a:pPr algn="l">
              <a:buFont typeface="Arial" panose="020B0604020202020204" pitchFamily="34" charset="0"/>
              <a:buChar char="•"/>
            </a:pPr>
            <a:r>
              <a:rPr lang="en-US" b="0" i="0" dirty="0">
                <a:solidFill>
                  <a:srgbClr val="000000"/>
                </a:solidFill>
                <a:effectLst/>
                <a:latin typeface="Helvetica" panose="020B0604020202020204" pitchFamily="34" charset="0"/>
              </a:rPr>
              <a:t>Make sure you choose GPT-4o as your model.</a:t>
            </a:r>
          </a:p>
          <a:p>
            <a:pPr algn="l">
              <a:buFont typeface="Arial" panose="020B0604020202020204" pitchFamily="34" charset="0"/>
              <a:buChar char="•"/>
            </a:pPr>
            <a:r>
              <a:rPr lang="en-US" b="0" i="0" dirty="0">
                <a:solidFill>
                  <a:srgbClr val="000000"/>
                </a:solidFill>
                <a:effectLst/>
                <a:latin typeface="Helvetica" panose="020B0604020202020204" pitchFamily="34" charset="0"/>
              </a:rPr>
              <a:t>Now upload images of all your receipts and ask ChatGPT to analyze and convert them into an expense report.</a:t>
            </a:r>
          </a:p>
          <a:p>
            <a:pPr algn="l">
              <a:buFont typeface="Arial" panose="020B0604020202020204" pitchFamily="34" charset="0"/>
              <a:buChar char="•"/>
            </a:pPr>
            <a:r>
              <a:rPr lang="en-US" b="0" i="0" dirty="0">
                <a:solidFill>
                  <a:srgbClr val="000000"/>
                </a:solidFill>
                <a:effectLst/>
                <a:latin typeface="Helvetica" panose="020B0604020202020204" pitchFamily="34" charset="0"/>
              </a:rPr>
              <a:t>Use the prompt: “Analyze all uploaded receipts and create an expense report based on these receipts. Record the data in a table, including date, merchant name, and amount, categorize these expenses by type, and then calculate the total expense.”</a:t>
            </a:r>
          </a:p>
          <a:p>
            <a:pPr algn="l">
              <a:buFont typeface="Arial" panose="020B0604020202020204" pitchFamily="34" charset="0"/>
              <a:buChar char="•"/>
            </a:pPr>
            <a:r>
              <a:rPr lang="en-US" b="0" i="0">
                <a:solidFill>
                  <a:srgbClr val="000000"/>
                </a:solidFill>
                <a:effectLst/>
                <a:latin typeface="Helvetica" panose="020B0604020202020204" pitchFamily="34" charset="0"/>
              </a:rPr>
              <a:t>You can convert this report into a PDF or a CSV file to download it.</a:t>
            </a:r>
          </a:p>
        </p:txBody>
      </p:sp>
      <p:sp>
        <p:nvSpPr>
          <p:cNvPr id="4" name="Slide Number Placeholder 3"/>
          <p:cNvSpPr>
            <a:spLocks noGrp="1"/>
          </p:cNvSpPr>
          <p:nvPr>
            <p:ph type="sldNum" sz="quarter" idx="5"/>
          </p:nvPr>
        </p:nvSpPr>
        <p:spPr/>
        <p:txBody>
          <a:bodyPr/>
          <a:lstStyle/>
          <a:p>
            <a:fld id="{F8C53105-950A-46DD-B340-24AD54406D5A}" type="slidenum">
              <a:rPr lang="en-US" smtClean="0"/>
              <a:t>29</a:t>
            </a:fld>
            <a:endParaRPr lang="en-US"/>
          </a:p>
        </p:txBody>
      </p:sp>
    </p:spTree>
    <p:extLst>
      <p:ext uri="{BB962C8B-B14F-4D97-AF65-F5344CB8AC3E}">
        <p14:creationId xmlns:p14="http://schemas.microsoft.com/office/powerpoint/2010/main" val="4045732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33</a:t>
            </a:fld>
            <a:endParaRPr lang="en-US"/>
          </a:p>
        </p:txBody>
      </p:sp>
    </p:spTree>
    <p:extLst>
      <p:ext uri="{BB962C8B-B14F-4D97-AF65-F5344CB8AC3E}">
        <p14:creationId xmlns:p14="http://schemas.microsoft.com/office/powerpoint/2010/main" val="4142960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34</a:t>
            </a:fld>
            <a:endParaRPr lang="en-US"/>
          </a:p>
        </p:txBody>
      </p:sp>
    </p:spTree>
    <p:extLst>
      <p:ext uri="{BB962C8B-B14F-4D97-AF65-F5344CB8AC3E}">
        <p14:creationId xmlns:p14="http://schemas.microsoft.com/office/powerpoint/2010/main" val="571008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Organizational Uses of AI resource (https://docs.google.com/document/d/1HYx7MXBMffGUEtJtYMas0Z1SzquSQ62nEMuc9bHVPAs/edit?usp=sharing)</a:t>
            </a:r>
          </a:p>
        </p:txBody>
      </p:sp>
      <p:sp>
        <p:nvSpPr>
          <p:cNvPr id="4" name="Slide Number Placeholder 3"/>
          <p:cNvSpPr>
            <a:spLocks noGrp="1"/>
          </p:cNvSpPr>
          <p:nvPr>
            <p:ph type="sldNum" sz="quarter" idx="5"/>
          </p:nvPr>
        </p:nvSpPr>
        <p:spPr/>
        <p:txBody>
          <a:bodyPr/>
          <a:lstStyle/>
          <a:p>
            <a:fld id="{F8C53105-950A-46DD-B340-24AD54406D5A}" type="slidenum">
              <a:rPr lang="en-US" smtClean="0"/>
              <a:t>38</a:t>
            </a:fld>
            <a:endParaRPr lang="en-US"/>
          </a:p>
        </p:txBody>
      </p:sp>
    </p:spTree>
    <p:extLst>
      <p:ext uri="{BB962C8B-B14F-4D97-AF65-F5344CB8AC3E}">
        <p14:creationId xmlns:p14="http://schemas.microsoft.com/office/powerpoint/2010/main" val="2215620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10 Ways to Use AI to Supercharge Association’s Membership Strategy resource (https://www.glueup.com/blog/ai-association-management)</a:t>
            </a:r>
          </a:p>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41</a:t>
            </a:fld>
            <a:endParaRPr lang="en-US"/>
          </a:p>
        </p:txBody>
      </p:sp>
    </p:spTree>
    <p:extLst>
      <p:ext uri="{BB962C8B-B14F-4D97-AF65-F5344CB8AC3E}">
        <p14:creationId xmlns:p14="http://schemas.microsoft.com/office/powerpoint/2010/main" val="3734116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Nonprofit Marketer’s Guide to Community Outreach resource (https://www.daxko.com/insights/the-nonprofit-marketers-guide-to-community-outreach)</a:t>
            </a:r>
          </a:p>
          <a:p>
            <a:r>
              <a:rPr lang="en-US" dirty="0"/>
              <a:t>How to Use AI for SEO: A Guide for Nonprofits resource (https://www.daxko.com/insights/how-to-use-ai-for-seo-a-guide-for-nonprofits)</a:t>
            </a:r>
          </a:p>
        </p:txBody>
      </p:sp>
      <p:sp>
        <p:nvSpPr>
          <p:cNvPr id="4" name="Slide Number Placeholder 3"/>
          <p:cNvSpPr>
            <a:spLocks noGrp="1"/>
          </p:cNvSpPr>
          <p:nvPr>
            <p:ph type="sldNum" sz="quarter" idx="5"/>
          </p:nvPr>
        </p:nvSpPr>
        <p:spPr/>
        <p:txBody>
          <a:bodyPr/>
          <a:lstStyle/>
          <a:p>
            <a:fld id="{F8C53105-950A-46DD-B340-24AD54406D5A}" type="slidenum">
              <a:rPr lang="en-US" smtClean="0"/>
              <a:t>42</a:t>
            </a:fld>
            <a:endParaRPr lang="en-US"/>
          </a:p>
        </p:txBody>
      </p:sp>
    </p:spTree>
    <p:extLst>
      <p:ext uri="{BB962C8B-B14F-4D97-AF65-F5344CB8AC3E}">
        <p14:creationId xmlns:p14="http://schemas.microsoft.com/office/powerpoint/2010/main" val="2555665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Leveraging ChatGPT in Event Planning: New Ways to Creativity and Efficiency resource (https://eventkit.co/blog/13-ways-to-use-chatgpt-in-event-planning)</a:t>
            </a:r>
          </a:p>
          <a:p>
            <a:r>
              <a:rPr lang="en-US" dirty="0"/>
              <a:t>20 Ways Event Planners and Marketers Are Using ChatGPT and AI Tools resource (https://www.vfairs.com/blog/ai-in-events/) </a:t>
            </a:r>
          </a:p>
        </p:txBody>
      </p:sp>
      <p:sp>
        <p:nvSpPr>
          <p:cNvPr id="4" name="Slide Number Placeholder 3"/>
          <p:cNvSpPr>
            <a:spLocks noGrp="1"/>
          </p:cNvSpPr>
          <p:nvPr>
            <p:ph type="sldNum" sz="quarter" idx="5"/>
          </p:nvPr>
        </p:nvSpPr>
        <p:spPr/>
        <p:txBody>
          <a:bodyPr/>
          <a:lstStyle/>
          <a:p>
            <a:fld id="{F8C53105-950A-46DD-B340-24AD54406D5A}" type="slidenum">
              <a:rPr lang="en-US" smtClean="0"/>
              <a:t>43</a:t>
            </a:fld>
            <a:endParaRPr lang="en-US"/>
          </a:p>
        </p:txBody>
      </p:sp>
    </p:spTree>
    <p:extLst>
      <p:ext uri="{BB962C8B-B14F-4D97-AF65-F5344CB8AC3E}">
        <p14:creationId xmlns:p14="http://schemas.microsoft.com/office/powerpoint/2010/main" val="3696949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Role of AI in Strategic Planning: Avoiding Algorithm Aversion resource (https://eventgarde.com/blog/the-role-of-ai-in-strategic-planning-avoiding-algorithm-aversion)</a:t>
            </a:r>
          </a:p>
          <a:p>
            <a:r>
              <a:rPr lang="en-US" dirty="0"/>
              <a:t>How AI Is Used to Streamline Administrative Tasks in the Modern Office resource (https://www.swipedon.com/blog/how-ai-is-used-to-streamline-administrative-tasks-in-the-modern-office)</a:t>
            </a:r>
          </a:p>
          <a:p>
            <a:r>
              <a:rPr lang="en-US" dirty="0"/>
              <a:t>AI Productivity Tools for Assistants resource (https://docs.google.com/document/d/11IpxhWjQmGr5SJxlbebJYEKFvvo6tCa6JIwOLyvtRUE/edit?usp=drive_link)</a:t>
            </a:r>
          </a:p>
          <a:p>
            <a:r>
              <a:rPr lang="en-US" dirty="0"/>
              <a:t>10 Effective Ways to Use AI for Administrative Tasks in 2024 resource (https://numerous.ai/blog/ai-for-administrative-tasks)</a:t>
            </a:r>
          </a:p>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44</a:t>
            </a:fld>
            <a:endParaRPr lang="en-US"/>
          </a:p>
        </p:txBody>
      </p:sp>
    </p:spTree>
    <p:extLst>
      <p:ext uri="{BB962C8B-B14F-4D97-AF65-F5344CB8AC3E}">
        <p14:creationId xmlns:p14="http://schemas.microsoft.com/office/powerpoint/2010/main" val="1641021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AI – A New Starting Point for Content Creation? resource (https://community.articulate.com/discussions/discuss/chatgpt-ai---a-new-starting-point-for-content-creation/836507)</a:t>
            </a:r>
          </a:p>
          <a:p>
            <a:r>
              <a:rPr lang="en-US" dirty="0"/>
              <a:t>AI and the ADDIE Model: Identifying AI’s Limitations in Instructional Design resource (https://trainingindustry.com/articles/artificial-intelligence/ai-and-the-addie-model-identifying-ais-limitations-in-instructional-design/)</a:t>
            </a:r>
          </a:p>
        </p:txBody>
      </p:sp>
      <p:sp>
        <p:nvSpPr>
          <p:cNvPr id="4" name="Slide Number Placeholder 3"/>
          <p:cNvSpPr>
            <a:spLocks noGrp="1"/>
          </p:cNvSpPr>
          <p:nvPr>
            <p:ph type="sldNum" sz="quarter" idx="5"/>
          </p:nvPr>
        </p:nvSpPr>
        <p:spPr/>
        <p:txBody>
          <a:bodyPr/>
          <a:lstStyle/>
          <a:p>
            <a:fld id="{F8C53105-950A-46DD-B340-24AD54406D5A}" type="slidenum">
              <a:rPr lang="en-US" smtClean="0"/>
              <a:t>45</a:t>
            </a:fld>
            <a:endParaRPr lang="en-US"/>
          </a:p>
        </p:txBody>
      </p:sp>
    </p:spTree>
    <p:extLst>
      <p:ext uri="{BB962C8B-B14F-4D97-AF65-F5344CB8AC3E}">
        <p14:creationId xmlns:p14="http://schemas.microsoft.com/office/powerpoint/2010/main" val="677686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Microlearning and AI: A Complete Guide resource (https://blog.commlabindia.com/elearning-development/ai-tools-create-microlearning-courses)</a:t>
            </a:r>
          </a:p>
          <a:p>
            <a:r>
              <a:rPr lang="en-US" dirty="0"/>
              <a:t>Improve Your Instructional Design Workflow with These Eight Practical AI Tool Uses (https://www.neovation.com/learn/87-8-practical-ai-tool-uses-for-your-instructional-design-workflow)</a:t>
            </a:r>
          </a:p>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46</a:t>
            </a:fld>
            <a:endParaRPr lang="en-US"/>
          </a:p>
        </p:txBody>
      </p:sp>
    </p:spTree>
    <p:extLst>
      <p:ext uri="{BB962C8B-B14F-4D97-AF65-F5344CB8AC3E}">
        <p14:creationId xmlns:p14="http://schemas.microsoft.com/office/powerpoint/2010/main" val="1273080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48</a:t>
            </a:fld>
            <a:endParaRPr lang="en-US"/>
          </a:p>
        </p:txBody>
      </p:sp>
    </p:spTree>
    <p:extLst>
      <p:ext uri="{BB962C8B-B14F-4D97-AF65-F5344CB8AC3E}">
        <p14:creationId xmlns:p14="http://schemas.microsoft.com/office/powerpoint/2010/main" val="42929272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https://a16z.com/how-are-consumers-using-generative-ai/</a:t>
            </a:r>
          </a:p>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52</a:t>
            </a:fld>
            <a:endParaRPr lang="en-US"/>
          </a:p>
        </p:txBody>
      </p:sp>
    </p:spTree>
    <p:extLst>
      <p:ext uri="{BB962C8B-B14F-4D97-AF65-F5344CB8AC3E}">
        <p14:creationId xmlns:p14="http://schemas.microsoft.com/office/powerpoint/2010/main" val="2668931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53</a:t>
            </a:fld>
            <a:endParaRPr lang="en-US"/>
          </a:p>
        </p:txBody>
      </p:sp>
    </p:spTree>
    <p:extLst>
      <p:ext uri="{BB962C8B-B14F-4D97-AF65-F5344CB8AC3E}">
        <p14:creationId xmlns:p14="http://schemas.microsoft.com/office/powerpoint/2010/main" val="1179950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AI policy needs to be re-evaluated every four to six months.</a:t>
            </a:r>
          </a:p>
        </p:txBody>
      </p:sp>
      <p:sp>
        <p:nvSpPr>
          <p:cNvPr id="4" name="Slide Number Placeholder 3"/>
          <p:cNvSpPr>
            <a:spLocks noGrp="1"/>
          </p:cNvSpPr>
          <p:nvPr>
            <p:ph type="sldNum" sz="quarter" idx="5"/>
          </p:nvPr>
        </p:nvSpPr>
        <p:spPr/>
        <p:txBody>
          <a:bodyPr/>
          <a:lstStyle/>
          <a:p>
            <a:fld id="{F8C53105-950A-46DD-B340-24AD54406D5A}" type="slidenum">
              <a:rPr lang="en-US" smtClean="0"/>
              <a:t>65</a:t>
            </a:fld>
            <a:endParaRPr lang="en-US"/>
          </a:p>
        </p:txBody>
      </p:sp>
    </p:spTree>
    <p:extLst>
      <p:ext uri="{BB962C8B-B14F-4D97-AF65-F5344CB8AC3E}">
        <p14:creationId xmlns:p14="http://schemas.microsoft.com/office/powerpoint/2010/main" val="4179669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C53105-950A-46DD-B340-24AD54406D5A}" type="slidenum">
              <a:rPr lang="en-US" smtClean="0"/>
              <a:t>69</a:t>
            </a:fld>
            <a:endParaRPr lang="en-US"/>
          </a:p>
        </p:txBody>
      </p:sp>
    </p:spTree>
    <p:extLst>
      <p:ext uri="{BB962C8B-B14F-4D97-AF65-F5344CB8AC3E}">
        <p14:creationId xmlns:p14="http://schemas.microsoft.com/office/powerpoint/2010/main" val="277369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TCEA’s Organizational AI Self-Assessment resource (</a:t>
            </a:r>
            <a:r>
              <a:rPr lang="en-US" b="0" i="0" dirty="0">
                <a:solidFill>
                  <a:srgbClr val="1155CC"/>
                </a:solidFill>
                <a:effectLst/>
                <a:latin typeface="Arial" panose="020B0604020202020204" pitchFamily="34" charset="0"/>
                <a:hlinkClick r:id="rId3"/>
              </a:rPr>
              <a:t>https://tinyurl.com/orgaitracker</a:t>
            </a:r>
            <a:r>
              <a:rPr lang="en-US" b="0" i="0" dirty="0">
                <a:solidFill>
                  <a:srgbClr val="1155CC"/>
                </a:solidFill>
                <a:effectLst/>
                <a:latin typeface="Arial" panose="020B0604020202020204" pitchFamily="34" charset="0"/>
              </a:rPr>
              <a:t>)</a:t>
            </a:r>
            <a:endParaRPr lang="en-US" b="0" dirty="0"/>
          </a:p>
        </p:txBody>
      </p:sp>
      <p:sp>
        <p:nvSpPr>
          <p:cNvPr id="4" name="Slide Number Placeholder 3"/>
          <p:cNvSpPr>
            <a:spLocks noGrp="1"/>
          </p:cNvSpPr>
          <p:nvPr>
            <p:ph type="sldNum" sz="quarter" idx="5"/>
          </p:nvPr>
        </p:nvSpPr>
        <p:spPr/>
        <p:txBody>
          <a:bodyPr/>
          <a:lstStyle/>
          <a:p>
            <a:fld id="{F8C53105-950A-46DD-B340-24AD54406D5A}" type="slidenum">
              <a:rPr lang="en-US" smtClean="0"/>
              <a:t>70</a:t>
            </a:fld>
            <a:endParaRPr lang="en-US"/>
          </a:p>
        </p:txBody>
      </p:sp>
    </p:spTree>
    <p:extLst>
      <p:ext uri="{BB962C8B-B14F-4D97-AF65-F5344CB8AC3E}">
        <p14:creationId xmlns:p14="http://schemas.microsoft.com/office/powerpoint/2010/main" val="2159277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https://www.yokoco.com/navigating-the-ai-revolution-top-takeaways-from-asaes-2024-annual-meeting/</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4" name="Slide Number Placeholder 3"/>
          <p:cNvSpPr>
            <a:spLocks noGrp="1"/>
          </p:cNvSpPr>
          <p:nvPr>
            <p:ph type="sldNum" sz="quarter" idx="5"/>
          </p:nvPr>
        </p:nvSpPr>
        <p:spPr/>
        <p:txBody>
          <a:bodyPr/>
          <a:lstStyle/>
          <a:p>
            <a:fld id="{F8C53105-950A-46DD-B340-24AD54406D5A}" type="slidenum">
              <a:rPr lang="en-US" smtClean="0"/>
              <a:t>73</a:t>
            </a:fld>
            <a:endParaRPr lang="en-US"/>
          </a:p>
        </p:txBody>
      </p:sp>
    </p:spTree>
    <p:extLst>
      <p:ext uri="{BB962C8B-B14F-4D97-AF65-F5344CB8AC3E}">
        <p14:creationId xmlns:p14="http://schemas.microsoft.com/office/powerpoint/2010/main" val="2749176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DCA12-5D03-3122-1FF2-5C3126CBEB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8833BF-6B2D-1102-D641-0AE590130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951E1F-D688-1FB5-1D60-702884B27EB8}"/>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5" name="Footer Placeholder 4">
            <a:extLst>
              <a:ext uri="{FF2B5EF4-FFF2-40B4-BE49-F238E27FC236}">
                <a16:creationId xmlns:a16="http://schemas.microsoft.com/office/drawing/2014/main" id="{EE7CB884-57A1-123A-B957-2797A1C452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BE6CF4-33F0-78AD-726F-DD1D8FCC0E59}"/>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1581951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DEB2-12A2-B9D9-0DF4-DAD83C70A3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D7F76C-4C89-D0E2-6F44-55240467B0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349B4-BA10-44D9-D1D7-F038ECA07A44}"/>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5" name="Footer Placeholder 4">
            <a:extLst>
              <a:ext uri="{FF2B5EF4-FFF2-40B4-BE49-F238E27FC236}">
                <a16:creationId xmlns:a16="http://schemas.microsoft.com/office/drawing/2014/main" id="{018F4217-40EF-A77D-BE77-2337559CA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018EB7-DCE7-489E-481E-E93F20514CC6}"/>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33324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5AFB7-7A8A-0D24-DE96-C914B5038D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0B63383-2F14-96CC-7974-8B9604B4B2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18CEF5-A03D-B4A2-92F5-7A912F237DDA}"/>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5" name="Footer Placeholder 4">
            <a:extLst>
              <a:ext uri="{FF2B5EF4-FFF2-40B4-BE49-F238E27FC236}">
                <a16:creationId xmlns:a16="http://schemas.microsoft.com/office/drawing/2014/main" id="{B999E874-4D50-8828-9916-61C4072E8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55B8F-1B4E-640D-9F93-34FD6E781CC6}"/>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399773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1EAE5-BD59-D144-FCCC-CE2E3E8BF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26D22F-DB9E-43C1-E6C0-D502DADC6F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30673E-E812-C6F2-E778-0C51B12D15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0E3208-5CF0-A9B6-98FD-4A37E50D664B}"/>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6" name="Footer Placeholder 5">
            <a:extLst>
              <a:ext uri="{FF2B5EF4-FFF2-40B4-BE49-F238E27FC236}">
                <a16:creationId xmlns:a16="http://schemas.microsoft.com/office/drawing/2014/main" id="{EAE4728C-6E60-12CB-EF03-76C6C1997F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6C07CA-1F7B-C445-FB75-C0DD549F8BC5}"/>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379485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23DD2-7C8D-5F2C-5B9D-E210714E44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B10E0A-A082-A0F1-3CD7-5E0D33BAA7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FF8B89-A465-FEFA-B6B7-2E84A1222C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DCA9E5-5A86-0A32-FDC7-5A4CB481FB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516BF9-CF22-DD06-F489-581EFC49BB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A133C4-A2A5-3C3A-9E13-37407945883C}"/>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8" name="Footer Placeholder 7">
            <a:extLst>
              <a:ext uri="{FF2B5EF4-FFF2-40B4-BE49-F238E27FC236}">
                <a16:creationId xmlns:a16="http://schemas.microsoft.com/office/drawing/2014/main" id="{C4A8036A-D517-D435-86B0-62B2F9DC17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ED26FB-FB90-225B-FD2F-5CEB5A808979}"/>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3871812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069E6-1127-77B1-D489-E66DF41F07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7DF1FD-C8CA-3851-C498-7F8F727DA18F}"/>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4" name="Footer Placeholder 3">
            <a:extLst>
              <a:ext uri="{FF2B5EF4-FFF2-40B4-BE49-F238E27FC236}">
                <a16:creationId xmlns:a16="http://schemas.microsoft.com/office/drawing/2014/main" id="{B2469AD8-A086-90E9-F674-C73EAFC608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684546-4607-5BF8-D5F8-5EC87B3234F2}"/>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453049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716767-CF5B-4525-AF27-3FA6347AD605}"/>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3" name="Footer Placeholder 2">
            <a:extLst>
              <a:ext uri="{FF2B5EF4-FFF2-40B4-BE49-F238E27FC236}">
                <a16:creationId xmlns:a16="http://schemas.microsoft.com/office/drawing/2014/main" id="{B67309A6-CF8F-E085-D3BA-A3425976F6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9E98BA-ED0E-B1D4-F65B-375F0FFBC750}"/>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1996466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83D9-C39E-E268-4846-7FBCC1497C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88202E-CFB5-2AD1-E906-DCDDBC496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7B88FC-E955-8E43-FF7F-6C2A2ABD63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8DBA5-BB83-2E6D-D61C-1587594CF66A}"/>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6" name="Footer Placeholder 5">
            <a:extLst>
              <a:ext uri="{FF2B5EF4-FFF2-40B4-BE49-F238E27FC236}">
                <a16:creationId xmlns:a16="http://schemas.microsoft.com/office/drawing/2014/main" id="{658A97B4-F0D0-2C2F-AE2F-6F17A94F62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67C6F7-B68D-3283-4422-5DA257C45E7F}"/>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4280837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131F-15DC-B4E7-55B1-DB36D15A30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A8A4B8-6DC4-D9BE-D988-88020A5D31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4994B4-C605-8001-1FBA-B93DCE803A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59F7C1-0C0F-6821-4E4C-3ED324D37584}"/>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6" name="Footer Placeholder 5">
            <a:extLst>
              <a:ext uri="{FF2B5EF4-FFF2-40B4-BE49-F238E27FC236}">
                <a16:creationId xmlns:a16="http://schemas.microsoft.com/office/drawing/2014/main" id="{AE210114-3386-EB9B-E223-C66BCB5339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B74A2-CB3C-EE2B-862A-58D1A6F4917B}"/>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3461642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64BE4-6BF8-51D7-9A17-75190F4569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DF0CE8-BAFF-3BCC-4F1D-78FF5C8D9B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58A54-105A-B82E-403B-6497D3D7A1B2}"/>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5" name="Footer Placeholder 4">
            <a:extLst>
              <a:ext uri="{FF2B5EF4-FFF2-40B4-BE49-F238E27FC236}">
                <a16:creationId xmlns:a16="http://schemas.microsoft.com/office/drawing/2014/main" id="{2F2845BB-FAA1-6ABB-101C-1E8D2447F3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35CC7-6969-D75C-349B-D6B161CB09E6}"/>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369478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0E48D1-0BA9-3285-D61D-A07DA473AB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539FD0-1493-BFCC-115A-56451FEE93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2B3D27-FC5B-C2A0-F725-EC66E91BFC35}"/>
              </a:ext>
            </a:extLst>
          </p:cNvPr>
          <p:cNvSpPr>
            <a:spLocks noGrp="1"/>
          </p:cNvSpPr>
          <p:nvPr>
            <p:ph type="dt" sz="half" idx="10"/>
          </p:nvPr>
        </p:nvSpPr>
        <p:spPr/>
        <p:txBody>
          <a:bodyPr/>
          <a:lstStyle/>
          <a:p>
            <a:fld id="{DB99EDFE-9F4C-420C-9C6F-6CD64F151258}" type="datetimeFigureOut">
              <a:rPr lang="en-US" smtClean="0"/>
              <a:t>9/9/2024</a:t>
            </a:fld>
            <a:endParaRPr lang="en-US"/>
          </a:p>
        </p:txBody>
      </p:sp>
      <p:sp>
        <p:nvSpPr>
          <p:cNvPr id="5" name="Footer Placeholder 4">
            <a:extLst>
              <a:ext uri="{FF2B5EF4-FFF2-40B4-BE49-F238E27FC236}">
                <a16:creationId xmlns:a16="http://schemas.microsoft.com/office/drawing/2014/main" id="{BC6E6F79-A97D-8B37-27AE-2579526B5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ABDB9-0F1E-78E3-42F6-F50784D9085C}"/>
              </a:ext>
            </a:extLst>
          </p:cNvPr>
          <p:cNvSpPr>
            <a:spLocks noGrp="1"/>
          </p:cNvSpPr>
          <p:nvPr>
            <p:ph type="sldNum" sz="quarter" idx="12"/>
          </p:nvPr>
        </p:nvSpPr>
        <p:spPr/>
        <p:txBody>
          <a:bodyPr/>
          <a:lstStyle/>
          <a:p>
            <a:fld id="{B0DA597B-3334-44B1-9EBD-CBF06CE3374D}" type="slidenum">
              <a:rPr lang="en-US" smtClean="0"/>
              <a:t>‹#›</a:t>
            </a:fld>
            <a:endParaRPr lang="en-US"/>
          </a:p>
        </p:txBody>
      </p:sp>
    </p:spTree>
    <p:extLst>
      <p:ext uri="{BB962C8B-B14F-4D97-AF65-F5344CB8AC3E}">
        <p14:creationId xmlns:p14="http://schemas.microsoft.com/office/powerpoint/2010/main" val="3379108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161B17-8F5A-474C-AE71-29F1B60F5CA6}" type="datetimeFigureOut">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E88FAC-8955-4574-9FCC-111904BBE1D4}" type="slidenum">
              <a:rPr lang="en-US" smtClean="0"/>
              <a:t>‹#›</a:t>
            </a:fld>
            <a:endParaRPr lang="en-US"/>
          </a:p>
        </p:txBody>
      </p:sp>
    </p:spTree>
    <p:extLst>
      <p:ext uri="{BB962C8B-B14F-4D97-AF65-F5344CB8AC3E}">
        <p14:creationId xmlns:p14="http://schemas.microsoft.com/office/powerpoint/2010/main" val="890609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161B17-8F5A-474C-AE71-29F1B60F5CA6}"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88FAC-8955-4574-9FCC-111904BBE1D4}" type="slidenum">
              <a:rPr lang="en-US" smtClean="0"/>
              <a:t>‹#›</a:t>
            </a:fld>
            <a:endParaRPr lang="en-US"/>
          </a:p>
        </p:txBody>
      </p:sp>
    </p:spTree>
    <p:extLst>
      <p:ext uri="{BB962C8B-B14F-4D97-AF65-F5344CB8AC3E}">
        <p14:creationId xmlns:p14="http://schemas.microsoft.com/office/powerpoint/2010/main" val="1361116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161B17-8F5A-474C-AE71-29F1B60F5CA6}"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88FAC-8955-4574-9FCC-111904BBE1D4}" type="slidenum">
              <a:rPr lang="en-US" smtClean="0"/>
              <a:t>‹#›</a:t>
            </a:fld>
            <a:endParaRPr lang="en-US"/>
          </a:p>
        </p:txBody>
      </p:sp>
    </p:spTree>
    <p:extLst>
      <p:ext uri="{BB962C8B-B14F-4D97-AF65-F5344CB8AC3E}">
        <p14:creationId xmlns:p14="http://schemas.microsoft.com/office/powerpoint/2010/main" val="1318363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6491D0-D8FF-777D-17E2-116F2F3B21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44C13B-8213-4C19-B3D7-0F9AF07AEE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F4AB17-9598-45C1-1063-3AE7C41AFF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99EDFE-9F4C-420C-9C6F-6CD64F151258}" type="datetimeFigureOut">
              <a:rPr lang="en-US" smtClean="0"/>
              <a:t>9/9/2024</a:t>
            </a:fld>
            <a:endParaRPr lang="en-US"/>
          </a:p>
        </p:txBody>
      </p:sp>
      <p:sp>
        <p:nvSpPr>
          <p:cNvPr id="5" name="Footer Placeholder 4">
            <a:extLst>
              <a:ext uri="{FF2B5EF4-FFF2-40B4-BE49-F238E27FC236}">
                <a16:creationId xmlns:a16="http://schemas.microsoft.com/office/drawing/2014/main" id="{5969AD77-66C9-1346-028C-77299ACB16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9D8B28-8336-17E3-8243-A8BC994A3C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DA597B-3334-44B1-9EBD-CBF06CE3374D}" type="slidenum">
              <a:rPr lang="en-US" smtClean="0"/>
              <a:t>‹#›</a:t>
            </a:fld>
            <a:endParaRPr lang="en-US"/>
          </a:p>
        </p:txBody>
      </p:sp>
    </p:spTree>
    <p:extLst>
      <p:ext uri="{BB962C8B-B14F-4D97-AF65-F5344CB8AC3E}">
        <p14:creationId xmlns:p14="http://schemas.microsoft.com/office/powerpoint/2010/main" val="34886109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C9161B17-8F5A-474C-AE71-29F1B60F5CA6}" type="datetimeFigureOut">
              <a:rPr lang="en-US" smtClean="0"/>
              <a:t>9/9/2024</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9EE88FAC-8955-4574-9FCC-111904BBE1D4}" type="slidenum">
              <a:rPr lang="en-US" smtClean="0"/>
              <a:t>‹#›</a:t>
            </a:fld>
            <a:endParaRPr lang="en-US"/>
          </a:p>
        </p:txBody>
      </p:sp>
    </p:spTree>
    <p:extLst>
      <p:ext uri="{BB962C8B-B14F-4D97-AF65-F5344CB8AC3E}">
        <p14:creationId xmlns:p14="http://schemas.microsoft.com/office/powerpoint/2010/main" val="2118738252"/>
      </p:ext>
    </p:extLst>
  </p:cSld>
  <p:clrMap bg1="lt1" tx1="dk1" bg2="lt2" tx2="dk2" accent1="accent1" accent2="accent2" accent3="accent3" accent4="accent4" accent5="accent5" accent6="accent6" hlink="hlink" folHlink="folHlink"/>
  <p:sldLayoutIdLst>
    <p:sldLayoutId id="2147483700" r:id="rId1"/>
    <p:sldLayoutId id="2147483695" r:id="rId2"/>
    <p:sldLayoutId id="2147483696" r:id="rId3"/>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mailto:lgracey@tcea.org"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tcea.org/"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hyperlink" Target="https://shorturl.at/j2uLE"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chat.openai.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laude.ai/" TargetMode="External"/><Relationship Id="rId4" Type="http://schemas.openxmlformats.org/officeDocument/2006/relationships/hyperlink" Target="https://gemini.google.co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link.mail.beehiiv.com/ss/c/u001.JxD5UBa1Y_oJu3m_lir57tWhtBGeQxEFWmVOYy2PDoKFuVe6OxvcRH3B1o3eQxzrMJj9ZGg_Kp7cDFnjjcl8X_dZX0V3VBmzg08Zr-tIeC30DoL8A85VMFeNLa6v006L6FI_6u6UlOY2bXZ0uvLZ_O8wAFEOHGT4Jvr3KY0pEl2HE3XXfvLhqWCVT8_rGAY1nNWtM9EcHoUlnxm2eJrWOdjzkfx1hUO-iS0WH8xVodxTyE79uTnpx5goL9EaJXNc3YK0kNkfSJ2maqU8TA-FDaZNBjEqNr_dHEkjMsoWn_BkOR7pD82vI6HlBamkufJv/49e/6XTq89gPQw28MXTBmMQ92A/h3/h001.xSeKcz7vs0YZppFDD60tTvS723htWHPQ8qyHca-um7g" TargetMode="External"/><Relationship Id="rId2" Type="http://schemas.openxmlformats.org/officeDocument/2006/relationships/hyperlink" Target="https://link.mail.beehiiv.com/ss/c/u001.dxd6vB6JwbpqfY1XDzIiSsk_yi00angZyqFedptdPwaT7Nyhfv2NMuEtUFjZawieMafX4BgBQzS5gcJinlUHfjShXpAvFXc4j6OyyixZSbtw8URAmqiOBK21oiF9xQlv6r-Hv3Eftyt_8wYi9MPZC2lnVoWsNjCrhfgVBGLavvlpTzotakugx5_0PPHBQQzfjxoE2OvpeZyOKQYYK3Qak0C96HgjDsNh3cQ6ybuvmImTUxRnepiS_6dzs_jzjK1ngKpnV_TmDD9Nrk3erKqw0QGPShWHfEz6KM-RYvt7rFEkpzjVhrTsELrj95ynol2Ewf1QvpehRVndJIpdjh8Q2McOIDuRfnH2cW_-IPVUE2kWdnBhMmq2zntiOPORyEc1/49e/6XTq89gPQw28MXTBmMQ92A/h2/h001.cOTsqUfKL70FApaD09TAA71iGVO_m92hRZnUKPQVPeY" TargetMode="External"/><Relationship Id="rId1" Type="http://schemas.openxmlformats.org/officeDocument/2006/relationships/slideLayout" Target="../slideLayouts/slideLayout2.xml"/><Relationship Id="rId5" Type="http://schemas.openxmlformats.org/officeDocument/2006/relationships/hyperlink" Target="https://papers.ssrn.com/sol3/papers.cfm?abstract_id=4573321" TargetMode="External"/><Relationship Id="rId4" Type="http://schemas.openxmlformats.org/officeDocument/2006/relationships/hyperlink" Target="https://link.mail.beehiiv.com/ss/c/u001.3sAwLVn8ftbR8QAuYKzSEoa_EH6cuH_BylMnmQvOSrdyN5ZPx7WU-UyfrKeQGIbLX4LSYUzaLy41HaD9l9OPCsYYIpNPBjbGf4h-UeMrJpGjHxMTSzk7uP5XJkHhEo3vyWfKywCi_EEOshY00R9TBrEgY_J_2CZIZNqHFGXMLOXrDwY58uD_Z732_rPRyhbtP2r9k0fyKXQCdRf0eJ8uQm1rmkSbfQRtEZ83wzmy_KbsIIt5b62-PG_FAGoIg_W_a_19Ej5W6ydMsV6PWn_LeJIKrpYyjZtSoSJQTB-wpoMasWol4dnVKGrE62LkYkRIz06mSJluyIoNeO2B8LhX7g/49e/6XTq89gPQw28MXTBmMQ92A/h4/h001.m9zd0tcj4IGFB9paLYK3Ftj8VGKujX3gvC3L2ZTAako"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9.wmf"/></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chromewebstore.google.com/detail/iabnajjakkfbclflgaghociafnjclbe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hyperlink" Target="https://www.hootsuite.com/" TargetMode="External"/><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jasper.ai/" TargetMode="External"/><Relationship Id="rId5" Type="http://schemas.openxmlformats.org/officeDocument/2006/relationships/hyperlink" Target="https://www.beehiiv.com/?" TargetMode="External"/><Relationship Id="rId4" Type="http://schemas.openxmlformats.org/officeDocument/2006/relationships/hyperlink" Target="https://rasa.io/" TargetMode="Externa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8.xml.rels><?xml version="1.0" encoding="UTF-8" standalone="yes"?>
<Relationships xmlns="http://schemas.openxmlformats.org/package/2006/relationships"><Relationship Id="rId13" Type="http://schemas.openxmlformats.org/officeDocument/2006/relationships/hyperlink" Target="https://www.olark.com/" TargetMode="External"/><Relationship Id="rId18" Type="http://schemas.openxmlformats.org/officeDocument/2006/relationships/hyperlink" Target="https://uchat.com/" TargetMode="External"/><Relationship Id="rId26" Type="http://schemas.openxmlformats.org/officeDocument/2006/relationships/hyperlink" Target="https://fireflies.ai/" TargetMode="External"/><Relationship Id="rId39" Type="http://schemas.openxmlformats.org/officeDocument/2006/relationships/hyperlink" Target="https://openai.com/dall-e-2/" TargetMode="External"/><Relationship Id="rId21" Type="http://schemas.openxmlformats.org/officeDocument/2006/relationships/hyperlink" Target="https://www.gupshup.io/" TargetMode="External"/><Relationship Id="rId34" Type="http://schemas.openxmlformats.org/officeDocument/2006/relationships/hyperlink" Target="https://runaway.ai/" TargetMode="External"/><Relationship Id="rId42" Type="http://schemas.openxmlformats.org/officeDocument/2006/relationships/hyperlink" Target="http://colormind.io/" TargetMode="External"/><Relationship Id="rId7" Type="http://schemas.openxmlformats.org/officeDocument/2006/relationships/hyperlink" Target="https://www.helpscout.com/" TargetMode="External"/><Relationship Id="rId2" Type="http://schemas.openxmlformats.org/officeDocument/2006/relationships/notesSlide" Target="../notesSlides/notesSlide20.xml"/><Relationship Id="rId16" Type="http://schemas.openxmlformats.org/officeDocument/2006/relationships/hyperlink" Target="https://dialogflow.cloud.google.com/" TargetMode="External"/><Relationship Id="rId20" Type="http://schemas.openxmlformats.org/officeDocument/2006/relationships/hyperlink" Target="https://yellow.ai/" TargetMode="External"/><Relationship Id="rId29" Type="http://schemas.openxmlformats.org/officeDocument/2006/relationships/hyperlink" Target="https://www.notion.so/product/ai" TargetMode="External"/><Relationship Id="rId41" Type="http://schemas.openxmlformats.org/officeDocument/2006/relationships/hyperlink" Target="https://www.alpaca.markets/" TargetMode="External"/><Relationship Id="rId1" Type="http://schemas.openxmlformats.org/officeDocument/2006/relationships/slideLayout" Target="../slideLayouts/slideLayout7.xml"/><Relationship Id="rId6" Type="http://schemas.openxmlformats.org/officeDocument/2006/relationships/hyperlink" Target="https://hiverhq.com/" TargetMode="External"/><Relationship Id="rId11" Type="http://schemas.openxmlformats.org/officeDocument/2006/relationships/hyperlink" Target="https://www.zendesk.com/" TargetMode="External"/><Relationship Id="rId24" Type="http://schemas.openxmlformats.org/officeDocument/2006/relationships/hyperlink" Target="https://www.gong.io/" TargetMode="External"/><Relationship Id="rId32" Type="http://schemas.openxmlformats.org/officeDocument/2006/relationships/hyperlink" Target="https://www.taskade.com/" TargetMode="External"/><Relationship Id="rId37" Type="http://schemas.openxmlformats.org/officeDocument/2006/relationships/hyperlink" Target="https://writesonic.com/" TargetMode="External"/><Relationship Id="rId40" Type="http://schemas.openxmlformats.org/officeDocument/2006/relationships/hyperlink" Target="https://www.midjourney.com/" TargetMode="External"/><Relationship Id="rId5" Type="http://schemas.openxmlformats.org/officeDocument/2006/relationships/hyperlink" Target="https://frontapp.com/" TargetMode="External"/><Relationship Id="rId15" Type="http://schemas.openxmlformats.org/officeDocument/2006/relationships/hyperlink" Target="https://kore.ai/" TargetMode="External"/><Relationship Id="rId23" Type="http://schemas.openxmlformats.org/officeDocument/2006/relationships/hyperlink" Target="https://www.notta.ai/en" TargetMode="External"/><Relationship Id="rId28" Type="http://schemas.openxmlformats.org/officeDocument/2006/relationships/hyperlink" Target="https://www.chorus.ai/" TargetMode="External"/><Relationship Id="rId36" Type="http://schemas.openxmlformats.org/officeDocument/2006/relationships/hyperlink" Target="https://www.jasper.ai/" TargetMode="External"/><Relationship Id="rId10" Type="http://schemas.openxmlformats.org/officeDocument/2006/relationships/hyperlink" Target="https://www.zoho.com/desk/" TargetMode="External"/><Relationship Id="rId19" Type="http://schemas.openxmlformats.org/officeDocument/2006/relationships/hyperlink" Target="https://www.sap.com/products/conversational-ai.html" TargetMode="External"/><Relationship Id="rId31" Type="http://schemas.openxmlformats.org/officeDocument/2006/relationships/hyperlink" Target="https://mem.ai/" TargetMode="External"/><Relationship Id="rId4" Type="http://schemas.openxmlformats.org/officeDocument/2006/relationships/hyperlink" Target="https://www.smartwriter.ai/" TargetMode="External"/><Relationship Id="rId9" Type="http://schemas.openxmlformats.org/officeDocument/2006/relationships/hyperlink" Target="https://clean.email/" TargetMode="External"/><Relationship Id="rId14" Type="http://schemas.openxmlformats.org/officeDocument/2006/relationships/hyperlink" Target="https://botpress.com/" TargetMode="External"/><Relationship Id="rId22" Type="http://schemas.openxmlformats.org/officeDocument/2006/relationships/hyperlink" Target="https://otter.ai/" TargetMode="External"/><Relationship Id="rId27" Type="http://schemas.openxmlformats.org/officeDocument/2006/relationships/hyperlink" Target="https://read.ai/" TargetMode="External"/><Relationship Id="rId30" Type="http://schemas.openxmlformats.org/officeDocument/2006/relationships/hyperlink" Target="https://reflect.app/" TargetMode="External"/><Relationship Id="rId35" Type="http://schemas.openxmlformats.org/officeDocument/2006/relationships/hyperlink" Target="https://www.copy.ai/" TargetMode="External"/><Relationship Id="rId8" Type="http://schemas.openxmlformats.org/officeDocument/2006/relationships/hyperlink" Target="https://emailanalytics.com/" TargetMode="External"/><Relationship Id="rId3" Type="http://schemas.openxmlformats.org/officeDocument/2006/relationships/hyperlink" Target="https://www.sanebox.com/" TargetMode="External"/><Relationship Id="rId12" Type="http://schemas.openxmlformats.org/officeDocument/2006/relationships/hyperlink" Target="https://www.intercom.com/" TargetMode="External"/><Relationship Id="rId17" Type="http://schemas.openxmlformats.org/officeDocument/2006/relationships/hyperlink" Target="https://aws.amazon.com/lex/" TargetMode="External"/><Relationship Id="rId25" Type="http://schemas.openxmlformats.org/officeDocument/2006/relationships/hyperlink" Target="https://www.usefathom.com/" TargetMode="External"/><Relationship Id="rId33" Type="http://schemas.openxmlformats.org/officeDocument/2006/relationships/hyperlink" Target="https://www.adobe.com/products/firefly.html" TargetMode="External"/><Relationship Id="rId38" Type="http://schemas.openxmlformats.org/officeDocument/2006/relationships/hyperlink" Target="https://www.canva.com/" TargetMode="Externa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hyperlink" Target="https://www.napkin.ai/" TargetMode="External"/><Relationship Id="rId13" Type="http://schemas.openxmlformats.org/officeDocument/2006/relationships/hyperlink" Target="https://www.jamboss.com/" TargetMode="External"/><Relationship Id="rId18" Type="http://schemas.openxmlformats.org/officeDocument/2006/relationships/hyperlink" Target="https://earkick.com/" TargetMode="External"/><Relationship Id="rId3" Type="http://schemas.openxmlformats.org/officeDocument/2006/relationships/hyperlink" Target="https://www.trymartin.com/" TargetMode="External"/><Relationship Id="rId21" Type="http://schemas.openxmlformats.org/officeDocument/2006/relationships/image" Target="../media/image26.jpeg"/><Relationship Id="rId7" Type="http://schemas.openxmlformats.org/officeDocument/2006/relationships/hyperlink" Target="https://goblin.tools/" TargetMode="External"/><Relationship Id="rId12" Type="http://schemas.openxmlformats.org/officeDocument/2006/relationships/hyperlink" Target="https://suno.com/" TargetMode="External"/><Relationship Id="rId17" Type="http://schemas.openxmlformats.org/officeDocument/2006/relationships/hyperlink" Target="https://www.mindsmith.ai/" TargetMode="External"/><Relationship Id="rId2" Type="http://schemas.openxmlformats.org/officeDocument/2006/relationships/notesSlide" Target="../notesSlides/notesSlide22.xml"/><Relationship Id="rId16" Type="http://schemas.openxmlformats.org/officeDocument/2006/relationships/hyperlink" Target="https://designrr.io/" TargetMode="External"/><Relationship Id="rId20" Type="http://schemas.openxmlformats.org/officeDocument/2006/relationships/hyperlink" Target="https://www.meetjamie.ai/" TargetMode="External"/><Relationship Id="rId1" Type="http://schemas.openxmlformats.org/officeDocument/2006/relationships/slideLayout" Target="../slideLayouts/slideLayout4.xml"/><Relationship Id="rId6" Type="http://schemas.openxmlformats.org/officeDocument/2006/relationships/hyperlink" Target="https://www.jenova.ai/" TargetMode="External"/><Relationship Id="rId11" Type="http://schemas.openxmlformats.org/officeDocument/2006/relationships/hyperlink" Target="https://numerous.ai/" TargetMode="External"/><Relationship Id="rId5" Type="http://schemas.openxmlformats.org/officeDocument/2006/relationships/hyperlink" Target="https://www.gistai.tech/" TargetMode="External"/><Relationship Id="rId15" Type="http://schemas.openxmlformats.org/officeDocument/2006/relationships/hyperlink" Target="https://www.freepik.com/pikaso/ai-image-generator" TargetMode="External"/><Relationship Id="rId10" Type="http://schemas.openxmlformats.org/officeDocument/2006/relationships/hyperlink" Target="https://creatify.ai/" TargetMode="External"/><Relationship Id="rId19" Type="http://schemas.openxmlformats.org/officeDocument/2006/relationships/hyperlink" Target="https://www.choppity.com/" TargetMode="External"/><Relationship Id="rId4" Type="http://schemas.openxmlformats.org/officeDocument/2006/relationships/hyperlink" Target="https://chatgpt.com/search" TargetMode="External"/><Relationship Id="rId9" Type="http://schemas.openxmlformats.org/officeDocument/2006/relationships/hyperlink" Target="https://www.storydoc.com/" TargetMode="External"/><Relationship Id="rId14" Type="http://schemas.openxmlformats.org/officeDocument/2006/relationships/hyperlink" Target="https://huggingface.co/spaces/black-forest-labs/FLUX.1-schnell" TargetMode="Externa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3.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73.jpe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drive.google.com/drive/folders/1t7_sKkczB8y_cdVVEUxIwGMr21XyFRfy?usp=drive_link" TargetMode="External"/><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85.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86.emf"/></Relationships>
</file>

<file path=ppt/slides/_rels/slide71.xml.rels><?xml version="1.0" encoding="UTF-8" standalone="yes"?>
<Relationships xmlns="http://schemas.openxmlformats.org/package/2006/relationships"><Relationship Id="rId2" Type="http://schemas.openxmlformats.org/officeDocument/2006/relationships/hyperlink" Target="https://tinyurl.com/orgaitracker"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6.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blog.tcea.org/" TargetMode="External"/><Relationship Id="rId2" Type="http://schemas.openxmlformats.org/officeDocument/2006/relationships/hyperlink" Target="https://link.mail.beehiiv.com/ss/c/u001.dSnm3kaGd0BkNqLYPjeMf_4F-Sn-mM2T44KnPv3arCwNtl1x4x7-pVc_CT60pJkRZjq1Rt8GNut0uisR6RHMd-Kpm74rIgHorqI9BbqhlmOyyqF08DmQN5bptNcstes-luarcg1epQj2QJwtLXSUwGCFmWiJOtgaCXUikpIyNtx9C8FZSG6eUisJxPT3vBZK8KhN7tP-DCRSwQtEkLZB2FFxuLFJ53rRfATUDhWiygGQBaK9mJpzdXZ20q38WBJlQ98b8c1y7gPsMF8B1BYUoAQzqBqBBwgrvLaivLJBHIg/49h/I9xKT2OdTHKJqNLWS0rwIw/h8/h001.OgUE5beHVA2KBD1S9TP2sOAV1ODAC6dlumMm-abUtAQ" TargetMode="External"/><Relationship Id="rId1" Type="http://schemas.openxmlformats.org/officeDocument/2006/relationships/slideLayout" Target="../slideLayouts/slideLayout2.xml"/><Relationship Id="rId6" Type="http://schemas.openxmlformats.org/officeDocument/2006/relationships/image" Target="../media/image88.jpeg"/><Relationship Id="rId5" Type="http://schemas.openxmlformats.org/officeDocument/2006/relationships/hyperlink" Target="https://www.theneuron.ai/" TargetMode="External"/><Relationship Id="rId4" Type="http://schemas.openxmlformats.org/officeDocument/2006/relationships/hyperlink" Target="https://bensbites.beehiiv.com/"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8" Type="http://schemas.openxmlformats.org/officeDocument/2006/relationships/hyperlink" Target="https://docs.google.com/document/d/1VWXRCvoy3kkZR6eyrpm21KXGpTXb1KJZAyEgW_SazJE/edit?usp=drive_link" TargetMode="External"/><Relationship Id="rId3" Type="http://schemas.openxmlformats.org/officeDocument/2006/relationships/hyperlink" Target="https://www.aasa.org/resources/resource/ethical-considerations-artific%C4%B1al-intelligence" TargetMode="External"/><Relationship Id="rId7" Type="http://schemas.openxmlformats.org/officeDocument/2006/relationships/hyperlink" Target="https://canons.sog.unc.edu/2024/03/developing-guidelines-for-the-use-of-generative-artificial-intelligence-in-local-government/" TargetMode="External"/><Relationship Id="rId2" Type="http://schemas.openxmlformats.org/officeDocument/2006/relationships/hyperlink" Target="https://www.tenenbaumlegal.com/articles/nonprofits-and-ai-managing-legal-and-other-risks/" TargetMode="External"/><Relationship Id="rId1" Type="http://schemas.openxmlformats.org/officeDocument/2006/relationships/slideLayout" Target="../slideLayouts/slideLayout2.xml"/><Relationship Id="rId6" Type="http://schemas.openxmlformats.org/officeDocument/2006/relationships/hyperlink" Target="https://sidecarglobal.com/blog/artificial-intelligence/top-6-ai-guidelines-for-associations-to-follow" TargetMode="External"/><Relationship Id="rId5" Type="http://schemas.openxmlformats.org/officeDocument/2006/relationships/hyperlink" Target="https://nvlpubs.nist.gov/nistpubs/ai/nist.ai.100-1.pdf" TargetMode="External"/><Relationship Id="rId10" Type="http://schemas.openxmlformats.org/officeDocument/2006/relationships/hyperlink" Target="https://drive.google.com/file/d/1zh0DZJ2OGJtZrDEE7w6pXSQ_Zeo5C0wN/view?usp=drive_link" TargetMode="External"/><Relationship Id="rId4" Type="http://schemas.openxmlformats.org/officeDocument/2006/relationships/hyperlink" Target="https://www.cgcs.org/cms/lib/DC00001581/Centricity/domain/35/publication%20docs/Readiness%20Checklist%20-%20Phase%201.pdf" TargetMode="External"/><Relationship Id="rId9" Type="http://schemas.openxmlformats.org/officeDocument/2006/relationships/hyperlink" Target="https://drive.google.com/file/d/1UzNdoBp3qY-9vFmD181dNwN1X1oKaOr9/view?usp=drive_link" TargetMode="External"/></Relationships>
</file>

<file path=ppt/slides/_rels/slide80.xml.rels><?xml version="1.0" encoding="UTF-8" standalone="yes"?>
<Relationships xmlns="http://schemas.openxmlformats.org/package/2006/relationships"><Relationship Id="rId8" Type="http://schemas.openxmlformats.org/officeDocument/2006/relationships/hyperlink" Target="https://www.boardeffect.com/blog/ai-and-nonprofits-what-boards-need-to-know/" TargetMode="External"/><Relationship Id="rId3" Type="http://schemas.openxmlformats.org/officeDocument/2006/relationships/hyperlink" Target="https://www.naylor.com/associationadviser/ai-stewardship-for-the-fit-for-purpose-association-board-part-ii/" TargetMode="External"/><Relationship Id="rId7" Type="http://schemas.openxmlformats.org/officeDocument/2006/relationships/hyperlink" Target="https://www.linkedin.com/pulse/generative-ai-considerations-association-boards-ceos-jeff-bk7ye%3FtrackingId=oZykCnIqS4ypE%252B3Dt8n6yA%253D%253D/?trackingId=oZykCnIqS4ypE%2B3Dt8n6yA%3D%3D" TargetMode="External"/><Relationship Id="rId2" Type="http://schemas.openxmlformats.org/officeDocument/2006/relationships/hyperlink" Target="https://www.naylor.com/associationadviser/ai-stewardship-for-the-fit-for-purpose-association-board-part-i/" TargetMode="External"/><Relationship Id="rId1" Type="http://schemas.openxmlformats.org/officeDocument/2006/relationships/slideLayout" Target="../slideLayouts/slideLayout2.xml"/><Relationship Id="rId6" Type="http://schemas.openxmlformats.org/officeDocument/2006/relationships/hyperlink" Target="https://www.linkedin.com/pulse/generative-ai-considerations-association-boards-ceos-jeff-slrfe%3FtrackingId=qRJOgO79RAefzDyiuNjFzw%253D%253D/?trackingId=qRJOgO79RAefzDyiuNjFzw%3D%3D" TargetMode="External"/><Relationship Id="rId5" Type="http://schemas.openxmlformats.org/officeDocument/2006/relationships/hyperlink" Target="https://www.linkedin.com/pulse/generative-ai-considerations-association-boards-ceos-jeff-7p8ze%3FtrackingId=rcesRb%252BZS9CtuykhntOo5w%253D%253D/?trackingId=rcesRb%2BZS9CtuykhntOo5w%3D%3D" TargetMode="External"/><Relationship Id="rId4" Type="http://schemas.openxmlformats.org/officeDocument/2006/relationships/hyperlink" Target="https://www.naylor.com/associationadviser/ai-stewardship-for-the-fit-for-purpose-association-board-part-iii/" TargetMode="External"/></Relationships>
</file>

<file path=ppt/slides/_rels/slide81.xml.rels><?xml version="1.0" encoding="UTF-8" standalone="yes"?>
<Relationships xmlns="http://schemas.openxmlformats.org/package/2006/relationships"><Relationship Id="rId8" Type="http://schemas.openxmlformats.org/officeDocument/2006/relationships/hyperlink" Target="https://seattle.gov/documents/Departments/SeattleIT/City-of-Seattle-Generative-Artificial-Intelligence-Policy.pdf" TargetMode="External"/><Relationship Id="rId3" Type="http://schemas.openxmlformats.org/officeDocument/2006/relationships/hyperlink" Target="https://www.qlicnfp.com/ai-policy-guide-and-template/" TargetMode="External"/><Relationship Id="rId7" Type="http://schemas.openxmlformats.org/officeDocument/2006/relationships/hyperlink" Target="https://www.civicplus.com/blog/ce/tips-for-creating-a-generative-ai-policy-for-local-governments/" TargetMode="External"/><Relationship Id="rId2" Type="http://schemas.openxmlformats.org/officeDocument/2006/relationships/hyperlink" Target="https://www.hrdive.com/news/generative-AI-employee-handbook-policy/698680/" TargetMode="External"/><Relationship Id="rId1" Type="http://schemas.openxmlformats.org/officeDocument/2006/relationships/slideLayout" Target="../slideLayouts/slideLayout2.xml"/><Relationship Id="rId6" Type="http://schemas.openxmlformats.org/officeDocument/2006/relationships/hyperlink" Target="https://fundraising.ai/framework/" TargetMode="External"/><Relationship Id="rId5" Type="http://schemas.openxmlformats.org/officeDocument/2006/relationships/hyperlink" Target="https://www.asaecenter.org/resources/articles/an_plus/2024/07--July/Developing-Policies-To-Govern-AI" TargetMode="External"/><Relationship Id="rId4" Type="http://schemas.openxmlformats.org/officeDocument/2006/relationships/hyperlink" Target="https://www.bookweb.org/news/example-ai-policy-written-ai-1629793" TargetMode="External"/><Relationship Id="rId9" Type="http://schemas.openxmlformats.org/officeDocument/2006/relationships/hyperlink" Target="https://drive.google.com/drive/folders/1Mibaa6FePCGILVSP3sWCX9Ocz-rLShLs" TargetMode="External"/></Relationships>
</file>

<file path=ppt/slides/_rels/slide8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85.xml.rels><?xml version="1.0" encoding="UTF-8" standalone="yes"?>
<Relationships xmlns="http://schemas.openxmlformats.org/package/2006/relationships"><Relationship Id="rId3" Type="http://schemas.openxmlformats.org/officeDocument/2006/relationships/hyperlink" Target="https://shorturl.at/j2uLE"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and white sign with a mountain and sun&#10;&#10;Description automatically generated">
            <a:extLst>
              <a:ext uri="{FF2B5EF4-FFF2-40B4-BE49-F238E27FC236}">
                <a16:creationId xmlns:a16="http://schemas.microsoft.com/office/drawing/2014/main" id="{7D99A84D-76B5-6811-EFCB-A323FF556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B5829A2A-87ED-D187-C60A-46DB40EF9979}"/>
              </a:ext>
            </a:extLst>
          </p:cNvPr>
          <p:cNvSpPr txBox="1">
            <a:spLocks/>
          </p:cNvSpPr>
          <p:nvPr/>
        </p:nvSpPr>
        <p:spPr>
          <a:xfrm>
            <a:off x="6688954" y="1616052"/>
            <a:ext cx="5503046" cy="292847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US" sz="4800" dirty="0">
                <a:solidFill>
                  <a:srgbClr val="FFFFFF"/>
                </a:solidFill>
                <a:latin typeface="Aptos" panose="020B0004020202020204" pitchFamily="34" charset="0"/>
                <a:ea typeface="Aptos" panose="020B0004020202020204" pitchFamily="34" charset="0"/>
                <a:cs typeface="Times New Roman" panose="02020603050405020304" pitchFamily="18" charset="0"/>
              </a:rPr>
              <a:t>Navigating AI in Nonprofits: </a:t>
            </a:r>
            <a:br>
              <a:rPr lang="en-US" sz="4800" dirty="0">
                <a:solidFill>
                  <a:srgbClr val="FFFFFF"/>
                </a:solidFill>
                <a:latin typeface="Aptos" panose="020B0004020202020204" pitchFamily="34" charset="0"/>
                <a:ea typeface="Aptos" panose="020B0004020202020204" pitchFamily="34" charset="0"/>
                <a:cs typeface="Times New Roman" panose="02020603050405020304" pitchFamily="18" charset="0"/>
              </a:rPr>
            </a:br>
            <a:r>
              <a:rPr lang="en-US" sz="4800" dirty="0">
                <a:solidFill>
                  <a:srgbClr val="FFFFFF"/>
                </a:solidFill>
                <a:latin typeface="Aptos" panose="020B0004020202020204" pitchFamily="34" charset="0"/>
                <a:ea typeface="Aptos" panose="020B0004020202020204" pitchFamily="34" charset="0"/>
                <a:cs typeface="Times New Roman" panose="02020603050405020304" pitchFamily="18" charset="0"/>
              </a:rPr>
              <a:t>Best Practices and Policy Development</a:t>
            </a:r>
            <a:endParaRPr lang="en-US" sz="4800" dirty="0">
              <a:solidFill>
                <a:srgbClr val="FFFFFF"/>
              </a:solidFill>
            </a:endParaRPr>
          </a:p>
        </p:txBody>
      </p:sp>
    </p:spTree>
    <p:extLst>
      <p:ext uri="{BB962C8B-B14F-4D97-AF65-F5344CB8AC3E}">
        <p14:creationId xmlns:p14="http://schemas.microsoft.com/office/powerpoint/2010/main" val="325162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1182FF-DEE1-F180-C01E-65519B446C29}"/>
              </a:ext>
            </a:extLst>
          </p:cNvPr>
          <p:cNvSpPr>
            <a:spLocks noGrp="1"/>
          </p:cNvSpPr>
          <p:nvPr>
            <p:ph type="title"/>
          </p:nvPr>
        </p:nvSpPr>
        <p:spPr>
          <a:xfrm>
            <a:off x="5596501" y="489508"/>
            <a:ext cx="5754896" cy="1667569"/>
          </a:xfrm>
        </p:spPr>
        <p:txBody>
          <a:bodyPr anchor="b">
            <a:normAutofit/>
          </a:bodyPr>
          <a:lstStyle/>
          <a:p>
            <a:r>
              <a:rPr lang="en-US" sz="4000"/>
              <a:t>Your Facilitator</a:t>
            </a:r>
          </a:p>
        </p:txBody>
      </p:sp>
      <p:pic>
        <p:nvPicPr>
          <p:cNvPr id="4" name="Google Shape;104;p2" descr="Clientmoji">
            <a:extLst>
              <a:ext uri="{FF2B5EF4-FFF2-40B4-BE49-F238E27FC236}">
                <a16:creationId xmlns:a16="http://schemas.microsoft.com/office/drawing/2014/main" id="{49BFFB1F-0B33-10B8-5C85-EC574C0AC076}"/>
              </a:ext>
            </a:extLst>
          </p:cNvPr>
          <p:cNvPicPr preferRelativeResize="0"/>
          <p:nvPr/>
        </p:nvPicPr>
        <p:blipFill rotWithShape="1">
          <a:blip r:embed="rId2"/>
          <a:stretch/>
        </p:blipFill>
        <p:spPr>
          <a:xfrm>
            <a:off x="1068130" y="1275070"/>
            <a:ext cx="3876165" cy="3876165"/>
          </a:xfrm>
          <a:prstGeom prst="rect">
            <a:avLst/>
          </a:prstGeom>
          <a:noFill/>
        </p:spPr>
      </p:pic>
      <p:sp>
        <p:nvSpPr>
          <p:cNvPr id="3" name="Content Placeholder 2">
            <a:extLst>
              <a:ext uri="{FF2B5EF4-FFF2-40B4-BE49-F238E27FC236}">
                <a16:creationId xmlns:a16="http://schemas.microsoft.com/office/drawing/2014/main" id="{CD1A7C5C-86F3-C4BB-791B-2205B7BE03A6}"/>
              </a:ext>
            </a:extLst>
          </p:cNvPr>
          <p:cNvSpPr>
            <a:spLocks noGrp="1"/>
          </p:cNvSpPr>
          <p:nvPr>
            <p:ph idx="1"/>
          </p:nvPr>
        </p:nvSpPr>
        <p:spPr>
          <a:xfrm>
            <a:off x="5596502" y="2405894"/>
            <a:ext cx="5754896" cy="3197464"/>
          </a:xfrm>
        </p:spPr>
        <p:txBody>
          <a:bodyPr anchor="t">
            <a:normAutofit/>
          </a:bodyPr>
          <a:lstStyle/>
          <a:p>
            <a:pPr marL="0" lvl="0" indent="0" rtl="0">
              <a:spcBef>
                <a:spcPts val="0"/>
              </a:spcBef>
              <a:spcAft>
                <a:spcPts val="0"/>
              </a:spcAft>
              <a:buClr>
                <a:schemeClr val="dk1"/>
              </a:buClr>
              <a:buSzPts val="2800"/>
              <a:buNone/>
            </a:pPr>
            <a:r>
              <a:rPr lang="en-US" sz="2400" dirty="0"/>
              <a:t>Lori Gracey, CAE</a:t>
            </a:r>
          </a:p>
          <a:p>
            <a:pPr marL="0" lvl="0" indent="0" rtl="0">
              <a:spcBef>
                <a:spcPts val="1000"/>
              </a:spcBef>
              <a:spcAft>
                <a:spcPts val="0"/>
              </a:spcAft>
              <a:buClr>
                <a:schemeClr val="dk1"/>
              </a:buClr>
              <a:buSzPts val="2800"/>
              <a:buNone/>
            </a:pPr>
            <a:r>
              <a:rPr lang="en-US" sz="2400" dirty="0"/>
              <a:t>TCEA Executive Director</a:t>
            </a:r>
          </a:p>
          <a:p>
            <a:pPr marL="0" lvl="0" indent="0" rtl="0">
              <a:spcBef>
                <a:spcPts val="1000"/>
              </a:spcBef>
              <a:spcAft>
                <a:spcPts val="0"/>
              </a:spcAft>
              <a:buClr>
                <a:schemeClr val="dk1"/>
              </a:buClr>
              <a:buSzPts val="2800"/>
              <a:buNone/>
            </a:pPr>
            <a:r>
              <a:rPr lang="en-US" sz="2400" u="sng" dirty="0">
                <a:hlinkClick r:id="rId3"/>
              </a:rPr>
              <a:t>lgracey@tcea.org</a:t>
            </a:r>
            <a:endParaRPr lang="en-US" sz="2400" dirty="0"/>
          </a:p>
          <a:p>
            <a:pPr marL="0" lvl="0" indent="0" rtl="0">
              <a:spcBef>
                <a:spcPts val="1000"/>
              </a:spcBef>
              <a:spcAft>
                <a:spcPts val="0"/>
              </a:spcAft>
              <a:buClr>
                <a:schemeClr val="dk1"/>
              </a:buClr>
              <a:buSzPts val="2800"/>
              <a:buNone/>
            </a:pPr>
            <a:r>
              <a:rPr lang="en-US" sz="2400" dirty="0"/>
              <a:t>Twitter/X @TCEA and @lgracey</a:t>
            </a:r>
          </a:p>
          <a:p>
            <a:pPr marL="0" lvl="0" indent="0" rtl="0">
              <a:spcBef>
                <a:spcPts val="1000"/>
              </a:spcBef>
              <a:spcAft>
                <a:spcPts val="0"/>
              </a:spcAft>
              <a:buClr>
                <a:schemeClr val="dk1"/>
              </a:buClr>
              <a:buSzPts val="2800"/>
              <a:buNone/>
            </a:pPr>
            <a:r>
              <a:rPr lang="en-US" sz="2400" u="sng" dirty="0">
                <a:hlinkClick r:id="rId4"/>
              </a:rPr>
              <a:t>https://www.tcea.org</a:t>
            </a:r>
            <a:r>
              <a:rPr lang="en-US" sz="2400" dirty="0"/>
              <a:t> </a:t>
            </a:r>
          </a:p>
          <a:p>
            <a:pPr marL="0" indent="0">
              <a:buNone/>
            </a:pPr>
            <a:endParaRPr lang="en-US" sz="2000" dirty="0"/>
          </a:p>
        </p:txBody>
      </p:sp>
      <p:sp>
        <p:nvSpPr>
          <p:cNvPr id="11" name="Rectangle 10">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81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EI vs. DEIB: Why belonging is critical to your DEI strategy - PowerToFly">
            <a:extLst>
              <a:ext uri="{FF2B5EF4-FFF2-40B4-BE49-F238E27FC236}">
                <a16:creationId xmlns:a16="http://schemas.microsoft.com/office/drawing/2014/main" id="{3E9D1573-7FFB-80FF-A80A-036C9074AE7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609600"/>
            <a:ext cx="11277600" cy="563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275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A3ABBF-9F33-B0C8-9F05-26B8677973C7}"/>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Agenda</a:t>
            </a:r>
          </a:p>
        </p:txBody>
      </p:sp>
      <p:graphicFrame>
        <p:nvGraphicFramePr>
          <p:cNvPr id="5" name="Content Placeholder 2">
            <a:extLst>
              <a:ext uri="{FF2B5EF4-FFF2-40B4-BE49-F238E27FC236}">
                <a16:creationId xmlns:a16="http://schemas.microsoft.com/office/drawing/2014/main" id="{3E63423E-5E38-54B8-BA22-27A65175162F}"/>
              </a:ext>
            </a:extLst>
          </p:cNvPr>
          <p:cNvGraphicFramePr>
            <a:graphicFrameLocks noGrp="1"/>
          </p:cNvGraphicFramePr>
          <p:nvPr>
            <p:ph idx="1"/>
            <p:extLst>
              <p:ext uri="{D42A27DB-BD31-4B8C-83A1-F6EECF244321}">
                <p14:modId xmlns:p14="http://schemas.microsoft.com/office/powerpoint/2010/main" val="368487601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9323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3A91BE-4263-488E-B846-54DC76E61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355717D4-33C9-419C-8D9C-17C7079673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7" name="Rectangle 26">
            <a:extLst>
              <a:ext uri="{FF2B5EF4-FFF2-40B4-BE49-F238E27FC236}">
                <a16:creationId xmlns:a16="http://schemas.microsoft.com/office/drawing/2014/main" id="{DE152F22-1707-453C-8C48-6B5CDD242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A75FA67A-56F6-4164-8E1F-8D6AFD3F0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86593"/>
            <a:ext cx="12192000" cy="4280925"/>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2BEDC4-C891-E74A-177A-7DCB44106D4D}"/>
              </a:ext>
            </a:extLst>
          </p:cNvPr>
          <p:cNvSpPr>
            <a:spLocks noGrp="1"/>
          </p:cNvSpPr>
          <p:nvPr>
            <p:ph type="title"/>
          </p:nvPr>
        </p:nvSpPr>
        <p:spPr>
          <a:xfrm>
            <a:off x="1191965" y="1671570"/>
            <a:ext cx="9801854" cy="1667188"/>
          </a:xfrm>
        </p:spPr>
        <p:txBody>
          <a:bodyPr anchor="b">
            <a:normAutofit/>
          </a:bodyPr>
          <a:lstStyle/>
          <a:p>
            <a:pPr algn="ctr"/>
            <a:r>
              <a:rPr lang="en-US" sz="4800"/>
              <a:t>Today’s Resources</a:t>
            </a:r>
          </a:p>
        </p:txBody>
      </p:sp>
      <p:sp>
        <p:nvSpPr>
          <p:cNvPr id="3" name="Content Placeholder 2">
            <a:extLst>
              <a:ext uri="{FF2B5EF4-FFF2-40B4-BE49-F238E27FC236}">
                <a16:creationId xmlns:a16="http://schemas.microsoft.com/office/drawing/2014/main" id="{F1CA35F0-7D44-7579-69D3-ABA2368C400E}"/>
              </a:ext>
            </a:extLst>
          </p:cNvPr>
          <p:cNvSpPr>
            <a:spLocks noGrp="1"/>
          </p:cNvSpPr>
          <p:nvPr>
            <p:ph idx="1"/>
          </p:nvPr>
        </p:nvSpPr>
        <p:spPr>
          <a:xfrm>
            <a:off x="1191966" y="3510473"/>
            <a:ext cx="9801854" cy="1742564"/>
          </a:xfrm>
        </p:spPr>
        <p:txBody>
          <a:bodyPr anchor="t">
            <a:normAutofit/>
          </a:bodyPr>
          <a:lstStyle/>
          <a:p>
            <a:pPr marL="0" indent="0" algn="ctr">
              <a:buNone/>
            </a:pPr>
            <a:endParaRPr lang="en-US" sz="1800" dirty="0"/>
          </a:p>
          <a:p>
            <a:pPr marL="0" indent="0" algn="ctr">
              <a:buNone/>
            </a:pPr>
            <a:endParaRPr lang="en-US" sz="1800" dirty="0"/>
          </a:p>
          <a:p>
            <a:pPr marL="0" indent="0" algn="ctr">
              <a:buNone/>
            </a:pPr>
            <a:r>
              <a:rPr lang="en-US" sz="4800" dirty="0">
                <a:hlinkClick r:id="rId3"/>
              </a:rPr>
              <a:t>https://shorturl.at/j2uLE</a:t>
            </a:r>
            <a:r>
              <a:rPr lang="en-US" sz="4800" dirty="0"/>
              <a:t> </a:t>
            </a:r>
          </a:p>
        </p:txBody>
      </p:sp>
    </p:spTree>
    <p:extLst>
      <p:ext uri="{BB962C8B-B14F-4D97-AF65-F5344CB8AC3E}">
        <p14:creationId xmlns:p14="http://schemas.microsoft.com/office/powerpoint/2010/main" val="1764943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9E1BE2F3-4B50-E3F1-5FEF-E98DEFF40AE8}"/>
              </a:ext>
            </a:extLst>
          </p:cNvPr>
          <p:cNvSpPr>
            <a:spLocks noGrp="1"/>
          </p:cNvSpPr>
          <p:nvPr>
            <p:ph type="title"/>
          </p:nvPr>
        </p:nvSpPr>
        <p:spPr>
          <a:xfrm>
            <a:off x="1145136" y="1028700"/>
            <a:ext cx="9947305" cy="1090657"/>
          </a:xfrm>
        </p:spPr>
        <p:txBody>
          <a:bodyPr vert="horz" lIns="91440" tIns="45720" rIns="91440" bIns="45720" rtlCol="0" anchor="b">
            <a:normAutofit/>
          </a:bodyPr>
          <a:lstStyle/>
          <a:p>
            <a:pPr algn="ctr"/>
            <a:r>
              <a:rPr lang="en-US" sz="4800">
                <a:solidFill>
                  <a:srgbClr val="FFFFFF"/>
                </a:solidFill>
              </a:rPr>
              <a:t>AI Right Now</a:t>
            </a:r>
          </a:p>
        </p:txBody>
      </p:sp>
      <p:sp>
        <p:nvSpPr>
          <p:cNvPr id="2063" name="Freeform: Shape 2062">
            <a:extLst>
              <a:ext uri="{FF2B5EF4-FFF2-40B4-BE49-F238E27FC236}">
                <a16:creationId xmlns:a16="http://schemas.microsoft.com/office/drawing/2014/main" id="{32B3ACB3-D689-442E-8A40-8680B0FEB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Person Looking At Watch Images – Browse 635,469 Stock Photos, Vectors, and  Video | Adobe Stock">
            <a:extLst>
              <a:ext uri="{FF2B5EF4-FFF2-40B4-BE49-F238E27FC236}">
                <a16:creationId xmlns:a16="http://schemas.microsoft.com/office/drawing/2014/main" id="{9B0B57ED-DBC0-C79D-886E-C573616DA5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30145"/>
          <a:stretch/>
        </p:blipFill>
        <p:spPr bwMode="auto">
          <a:xfrm>
            <a:off x="2343302" y="3351745"/>
            <a:ext cx="7519558"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783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3CB6638-64E4-9F14-0907-72EA159136D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AI Can or Can’t?</a:t>
            </a:r>
          </a:p>
        </p:txBody>
      </p:sp>
      <p:sp>
        <p:nvSpPr>
          <p:cNvPr id="5" name="Content Placeholder 4">
            <a:extLst>
              <a:ext uri="{FF2B5EF4-FFF2-40B4-BE49-F238E27FC236}">
                <a16:creationId xmlns:a16="http://schemas.microsoft.com/office/drawing/2014/main" id="{39AEE16D-8E3B-44E5-DAA6-250F1FF9C419}"/>
              </a:ext>
            </a:extLst>
          </p:cNvPr>
          <p:cNvSpPr>
            <a:spLocks noGrp="1"/>
          </p:cNvSpPr>
          <p:nvPr>
            <p:ph idx="1"/>
          </p:nvPr>
        </p:nvSpPr>
        <p:spPr>
          <a:xfrm>
            <a:off x="1371599" y="2318197"/>
            <a:ext cx="9724031" cy="3683358"/>
          </a:xfrm>
        </p:spPr>
        <p:txBody>
          <a:bodyPr anchor="ctr">
            <a:normAutofit/>
          </a:bodyPr>
          <a:lstStyle/>
          <a:p>
            <a:pPr marL="0" indent="0">
              <a:buNone/>
            </a:pPr>
            <a:r>
              <a:rPr lang="en-US" i="1" kern="100" dirty="0">
                <a:effectLst/>
                <a:ea typeface="Aptos" panose="020B0004020202020204" pitchFamily="34" charset="0"/>
                <a:cs typeface="Times New Roman" panose="02020603050405020304" pitchFamily="18" charset="0"/>
              </a:rPr>
              <a:t>Do you think today's best general AI (as of mid-2024) can or can't do this task? Think along the lines of OpenAI's </a:t>
            </a:r>
            <a:r>
              <a:rPr lang="en-US" i="1" u="sng" kern="100" dirty="0">
                <a:effectLst/>
                <a:ea typeface="Aptos" panose="020B0004020202020204" pitchFamily="34" charset="0"/>
                <a:cs typeface="Times New Roman" panose="02020603050405020304" pitchFamily="18" charset="0"/>
                <a:hlinkClick r:id="rId3"/>
              </a:rPr>
              <a:t>ChatGPT</a:t>
            </a:r>
            <a:r>
              <a:rPr lang="en-US" i="1" kern="100" dirty="0">
                <a:effectLst/>
                <a:ea typeface="Aptos" panose="020B0004020202020204" pitchFamily="34" charset="0"/>
                <a:cs typeface="Times New Roman" panose="02020603050405020304" pitchFamily="18" charset="0"/>
              </a:rPr>
              <a:t>, Google's </a:t>
            </a:r>
            <a:r>
              <a:rPr lang="en-US" i="1" u="sng" kern="100" dirty="0">
                <a:effectLst/>
                <a:ea typeface="Aptos" panose="020B0004020202020204" pitchFamily="34" charset="0"/>
                <a:cs typeface="Times New Roman" panose="02020603050405020304" pitchFamily="18" charset="0"/>
                <a:hlinkClick r:id="rId4"/>
              </a:rPr>
              <a:t>Gemini</a:t>
            </a:r>
            <a:r>
              <a:rPr lang="en-US" i="1" kern="100" dirty="0">
                <a:effectLst/>
                <a:ea typeface="Aptos" panose="020B0004020202020204" pitchFamily="34" charset="0"/>
                <a:cs typeface="Times New Roman" panose="02020603050405020304" pitchFamily="18" charset="0"/>
              </a:rPr>
              <a:t>, or Anthropic's </a:t>
            </a:r>
            <a:r>
              <a:rPr lang="en-US" i="1" u="sng" kern="100" dirty="0">
                <a:effectLst/>
                <a:ea typeface="Aptos" panose="020B0004020202020204" pitchFamily="34" charset="0"/>
                <a:cs typeface="Times New Roman" panose="02020603050405020304" pitchFamily="18" charset="0"/>
                <a:hlinkClick r:id="rId5"/>
              </a:rPr>
              <a:t>Claude</a:t>
            </a:r>
            <a:r>
              <a:rPr lang="en-US" i="1" kern="100" dirty="0">
                <a:effectLst/>
                <a:ea typeface="Aptos" panose="020B0004020202020204" pitchFamily="34" charset="0"/>
                <a:cs typeface="Times New Roman" panose="02020603050405020304" pitchFamily="18" charset="0"/>
              </a:rPr>
              <a:t>.</a:t>
            </a:r>
            <a:endParaRPr lang="en-US" b="1" i="1" dirty="0">
              <a:effectLst/>
              <a:highlight>
                <a:srgbClr val="FFFFFF"/>
              </a:highlight>
            </a:endParaRPr>
          </a:p>
          <a:p>
            <a:pPr marL="0" indent="0">
              <a:buNone/>
            </a:pPr>
            <a:endParaRPr lang="en-US" b="1" dirty="0">
              <a:highlight>
                <a:srgbClr val="FFFFFF"/>
              </a:highlight>
            </a:endParaRPr>
          </a:p>
          <a:p>
            <a:pPr marL="0" indent="0">
              <a:buNone/>
            </a:pPr>
            <a:r>
              <a:rPr lang="en-US" b="1" i="0" dirty="0">
                <a:effectLst/>
                <a:highlight>
                  <a:srgbClr val="FFFFFF"/>
                </a:highlight>
              </a:rPr>
              <a:t>What is 79² × 38.25? Break it down step by step.</a:t>
            </a:r>
          </a:p>
          <a:p>
            <a:pPr marL="0" indent="0">
              <a:buNone/>
            </a:pPr>
            <a:r>
              <a:rPr lang="en-US" b="0" i="0" dirty="0">
                <a:effectLst/>
                <a:highlight>
                  <a:srgbClr val="FFFFFF"/>
                </a:highlight>
              </a:rPr>
              <a:t>The AI is asked to do some arithmetic. And we're asking it to show its work.</a:t>
            </a:r>
            <a:endParaRPr lang="en-US" sz="2000" dirty="0">
              <a:highlight>
                <a:srgbClr val="FFFFFF"/>
              </a:highlight>
              <a:latin typeface="-apple-system"/>
            </a:endParaRPr>
          </a:p>
          <a:p>
            <a:pPr marL="0" indent="0">
              <a:buNone/>
            </a:pPr>
            <a:endParaRPr lang="en-US" sz="2000" dirty="0">
              <a:highlight>
                <a:srgbClr val="FFFFFF"/>
              </a:highlight>
              <a:latin typeface="-apple-system"/>
            </a:endParaRPr>
          </a:p>
        </p:txBody>
      </p:sp>
    </p:spTree>
    <p:extLst>
      <p:ext uri="{BB962C8B-B14F-4D97-AF65-F5344CB8AC3E}">
        <p14:creationId xmlns:p14="http://schemas.microsoft.com/office/powerpoint/2010/main" val="329701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8" name="Rectangle 17">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4" name="Title 3">
            <a:extLst>
              <a:ext uri="{FF2B5EF4-FFF2-40B4-BE49-F238E27FC236}">
                <a16:creationId xmlns:a16="http://schemas.microsoft.com/office/drawing/2014/main" id="{03CB6638-64E4-9F14-0907-72EA159136D7}"/>
              </a:ext>
            </a:extLst>
          </p:cNvPr>
          <p:cNvSpPr>
            <a:spLocks noGrp="1"/>
          </p:cNvSpPr>
          <p:nvPr>
            <p:ph type="title"/>
          </p:nvPr>
        </p:nvSpPr>
        <p:spPr>
          <a:xfrm>
            <a:off x="6597016" y="905011"/>
            <a:ext cx="4589328" cy="1889135"/>
          </a:xfrm>
        </p:spPr>
        <p:txBody>
          <a:bodyPr anchor="b">
            <a:normAutofit/>
          </a:bodyPr>
          <a:lstStyle/>
          <a:p>
            <a:r>
              <a:rPr lang="en-US" sz="4800"/>
              <a:t>AI Can or Can’t?</a:t>
            </a:r>
          </a:p>
        </p:txBody>
      </p:sp>
      <p:pic>
        <p:nvPicPr>
          <p:cNvPr id="9" name="Graphic 8" descr="Calculator">
            <a:extLst>
              <a:ext uri="{FF2B5EF4-FFF2-40B4-BE49-F238E27FC236}">
                <a16:creationId xmlns:a16="http://schemas.microsoft.com/office/drawing/2014/main" id="{F4D34583-4C42-D732-B5D7-5A7E032E6A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5970" y="895610"/>
            <a:ext cx="5058020" cy="5058020"/>
          </a:xfrm>
          <a:prstGeom prst="rect">
            <a:avLst/>
          </a:prstGeom>
        </p:spPr>
      </p:pic>
      <p:sp>
        <p:nvSpPr>
          <p:cNvPr id="5" name="Content Placeholder 4">
            <a:extLst>
              <a:ext uri="{FF2B5EF4-FFF2-40B4-BE49-F238E27FC236}">
                <a16:creationId xmlns:a16="http://schemas.microsoft.com/office/drawing/2014/main" id="{39AEE16D-8E3B-44E5-DAA6-250F1FF9C419}"/>
              </a:ext>
            </a:extLst>
          </p:cNvPr>
          <p:cNvSpPr>
            <a:spLocks noGrp="1"/>
          </p:cNvSpPr>
          <p:nvPr>
            <p:ph idx="1"/>
          </p:nvPr>
        </p:nvSpPr>
        <p:spPr>
          <a:xfrm>
            <a:off x="6597016" y="2965592"/>
            <a:ext cx="4589328" cy="2987397"/>
          </a:xfrm>
        </p:spPr>
        <p:txBody>
          <a:bodyPr>
            <a:normAutofit/>
          </a:bodyPr>
          <a:lstStyle/>
          <a:p>
            <a:pPr marL="0" indent="0">
              <a:buNone/>
            </a:pPr>
            <a:r>
              <a:rPr lang="en-US" b="1" i="0" dirty="0">
                <a:effectLst/>
                <a:highlight>
                  <a:srgbClr val="FFFFFF"/>
                </a:highlight>
              </a:rPr>
              <a:t>Create a simple calculator app.</a:t>
            </a:r>
          </a:p>
          <a:p>
            <a:pPr marL="0" indent="0">
              <a:buNone/>
            </a:pPr>
            <a:r>
              <a:rPr lang="en-US" b="0" i="0" dirty="0">
                <a:effectLst/>
                <a:highlight>
                  <a:srgbClr val="FFFFFF"/>
                </a:highlight>
              </a:rPr>
              <a:t>The AI is asked to output code, and then we'll run it and see if it works.</a:t>
            </a:r>
            <a:endParaRPr lang="en-US" dirty="0">
              <a:highlight>
                <a:srgbClr val="FFFFFF"/>
              </a:highlight>
            </a:endParaRPr>
          </a:p>
          <a:p>
            <a:pPr marL="0" indent="0">
              <a:buNone/>
            </a:pPr>
            <a:endParaRPr lang="en-US" sz="1800" dirty="0">
              <a:highlight>
                <a:srgbClr val="FFFFFF"/>
              </a:highlight>
              <a:latin typeface="-apple-system"/>
            </a:endParaRPr>
          </a:p>
        </p:txBody>
      </p:sp>
    </p:spTree>
    <p:extLst>
      <p:ext uri="{BB962C8B-B14F-4D97-AF65-F5344CB8AC3E}">
        <p14:creationId xmlns:p14="http://schemas.microsoft.com/office/powerpoint/2010/main" val="2387314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3CB6638-64E4-9F14-0907-72EA159136D7}"/>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AI Can or Can’t?</a:t>
            </a:r>
          </a:p>
        </p:txBody>
      </p:sp>
      <p:sp>
        <p:nvSpPr>
          <p:cNvPr id="5" name="Content Placeholder 4">
            <a:extLst>
              <a:ext uri="{FF2B5EF4-FFF2-40B4-BE49-F238E27FC236}">
                <a16:creationId xmlns:a16="http://schemas.microsoft.com/office/drawing/2014/main" id="{39AEE16D-8E3B-44E5-DAA6-250F1FF9C419}"/>
              </a:ext>
            </a:extLst>
          </p:cNvPr>
          <p:cNvSpPr>
            <a:spLocks noGrp="1"/>
          </p:cNvSpPr>
          <p:nvPr>
            <p:ph idx="1"/>
          </p:nvPr>
        </p:nvSpPr>
        <p:spPr>
          <a:xfrm>
            <a:off x="4810259" y="649480"/>
            <a:ext cx="6555347" cy="5546047"/>
          </a:xfrm>
        </p:spPr>
        <p:txBody>
          <a:bodyPr anchor="ctr">
            <a:normAutofit/>
          </a:bodyPr>
          <a:lstStyle/>
          <a:p>
            <a:pPr marL="0" indent="0">
              <a:buNone/>
            </a:pPr>
            <a:r>
              <a:rPr lang="en-US" b="1" i="0" dirty="0">
                <a:effectLst/>
                <a:highlight>
                  <a:srgbClr val="FFFFFF"/>
                </a:highlight>
              </a:rPr>
              <a:t>What is the most populous city in Colorado north of Denver?</a:t>
            </a:r>
          </a:p>
          <a:p>
            <a:pPr marL="0" indent="0">
              <a:buNone/>
            </a:pPr>
            <a:r>
              <a:rPr lang="en-US" b="0" i="0" dirty="0">
                <a:effectLst/>
                <a:highlight>
                  <a:srgbClr val="FFFFFF"/>
                </a:highlight>
              </a:rPr>
              <a:t>The answer is Fort Collins. Can AI get this right without searching the web and just relying on what is learned during training?</a:t>
            </a:r>
            <a:endParaRPr lang="en-US" dirty="0">
              <a:highlight>
                <a:srgbClr val="FFFFFF"/>
              </a:highlight>
            </a:endParaRPr>
          </a:p>
        </p:txBody>
      </p:sp>
    </p:spTree>
    <p:extLst>
      <p:ext uri="{BB962C8B-B14F-4D97-AF65-F5344CB8AC3E}">
        <p14:creationId xmlns:p14="http://schemas.microsoft.com/office/powerpoint/2010/main" val="1072409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9" name="Rectangle 615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3CB6638-64E4-9F14-0907-72EA159136D7}"/>
              </a:ext>
            </a:extLst>
          </p:cNvPr>
          <p:cNvSpPr>
            <a:spLocks noGrp="1"/>
          </p:cNvSpPr>
          <p:nvPr>
            <p:ph type="title"/>
          </p:nvPr>
        </p:nvSpPr>
        <p:spPr>
          <a:xfrm>
            <a:off x="1371599" y="5510253"/>
            <a:ext cx="9895951" cy="1033669"/>
          </a:xfrm>
        </p:spPr>
        <p:txBody>
          <a:bodyPr>
            <a:normAutofit/>
          </a:bodyPr>
          <a:lstStyle/>
          <a:p>
            <a:r>
              <a:rPr lang="en-US" sz="4000">
                <a:solidFill>
                  <a:srgbClr val="FFFFFF"/>
                </a:solidFill>
              </a:rPr>
              <a:t>AI Can or Can’t?</a:t>
            </a:r>
          </a:p>
        </p:txBody>
      </p:sp>
      <p:pic>
        <p:nvPicPr>
          <p:cNvPr id="6146" name="Picture 2" descr="AI Can or Can't Hero Image">
            <a:extLst>
              <a:ext uri="{FF2B5EF4-FFF2-40B4-BE49-F238E27FC236}">
                <a16:creationId xmlns:a16="http://schemas.microsoft.com/office/drawing/2014/main" id="{13BCEF20-6F82-5205-7064-55BE6A8D53E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921329" y="314078"/>
            <a:ext cx="6059237" cy="277210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39AEE16D-8E3B-44E5-DAA6-250F1FF9C419}"/>
              </a:ext>
            </a:extLst>
          </p:cNvPr>
          <p:cNvSpPr>
            <a:spLocks noGrp="1"/>
          </p:cNvSpPr>
          <p:nvPr>
            <p:ph idx="1"/>
          </p:nvPr>
        </p:nvSpPr>
        <p:spPr>
          <a:xfrm>
            <a:off x="1926251" y="3670084"/>
            <a:ext cx="8332826" cy="1119982"/>
          </a:xfrm>
        </p:spPr>
        <p:txBody>
          <a:bodyPr anchor="ctr">
            <a:noAutofit/>
          </a:bodyPr>
          <a:lstStyle/>
          <a:p>
            <a:pPr marL="0" indent="0">
              <a:buNone/>
            </a:pPr>
            <a:r>
              <a:rPr lang="en-US" sz="2400" b="1" i="0" dirty="0">
                <a:effectLst/>
                <a:highlight>
                  <a:srgbClr val="FFFFFF"/>
                </a:highlight>
              </a:rPr>
              <a:t>What is the most populous city or town in Colorado north of Fort Collins?</a:t>
            </a:r>
          </a:p>
          <a:p>
            <a:pPr marL="0" indent="0">
              <a:buNone/>
            </a:pPr>
            <a:r>
              <a:rPr lang="en-US" sz="2400" b="0" i="0" dirty="0">
                <a:effectLst/>
                <a:highlight>
                  <a:srgbClr val="FFFFFF"/>
                </a:highlight>
              </a:rPr>
              <a:t>This is trickier than before. The answer is a city in northeastern Colorado called Sterling.</a:t>
            </a:r>
          </a:p>
        </p:txBody>
      </p:sp>
    </p:spTree>
    <p:extLst>
      <p:ext uri="{BB962C8B-B14F-4D97-AF65-F5344CB8AC3E}">
        <p14:creationId xmlns:p14="http://schemas.microsoft.com/office/powerpoint/2010/main" val="22942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3CB6638-64E4-9F14-0907-72EA159136D7}"/>
              </a:ext>
            </a:extLst>
          </p:cNvPr>
          <p:cNvSpPr>
            <a:spLocks noGrp="1"/>
          </p:cNvSpPr>
          <p:nvPr>
            <p:ph type="title"/>
          </p:nvPr>
        </p:nvSpPr>
        <p:spPr>
          <a:xfrm>
            <a:off x="1136397" y="502021"/>
            <a:ext cx="9688296" cy="1642969"/>
          </a:xfrm>
        </p:spPr>
        <p:txBody>
          <a:bodyPr anchor="b">
            <a:normAutofit/>
          </a:bodyPr>
          <a:lstStyle/>
          <a:p>
            <a:r>
              <a:rPr lang="en-US" sz="4000"/>
              <a:t>AI Can or Can’t?</a:t>
            </a:r>
          </a:p>
        </p:txBody>
      </p:sp>
      <p:sp>
        <p:nvSpPr>
          <p:cNvPr id="5" name="Content Placeholder 4">
            <a:extLst>
              <a:ext uri="{FF2B5EF4-FFF2-40B4-BE49-F238E27FC236}">
                <a16:creationId xmlns:a16="http://schemas.microsoft.com/office/drawing/2014/main" id="{39AEE16D-8E3B-44E5-DAA6-250F1FF9C419}"/>
              </a:ext>
            </a:extLst>
          </p:cNvPr>
          <p:cNvSpPr>
            <a:spLocks noGrp="1"/>
          </p:cNvSpPr>
          <p:nvPr>
            <p:ph idx="1"/>
          </p:nvPr>
        </p:nvSpPr>
        <p:spPr>
          <a:xfrm>
            <a:off x="1136397" y="2418409"/>
            <a:ext cx="9688296" cy="3454358"/>
          </a:xfrm>
        </p:spPr>
        <p:txBody>
          <a:bodyPr anchor="t">
            <a:normAutofit/>
          </a:bodyPr>
          <a:lstStyle/>
          <a:p>
            <a:pPr marL="0" indent="0">
              <a:buNone/>
            </a:pPr>
            <a:r>
              <a:rPr lang="en-US" b="1" i="0" dirty="0">
                <a:effectLst/>
                <a:highlight>
                  <a:srgbClr val="FFFFFF"/>
                </a:highlight>
              </a:rPr>
              <a:t>Create a color palette generator.</a:t>
            </a:r>
          </a:p>
          <a:p>
            <a:pPr marL="0" indent="0">
              <a:buNone/>
            </a:pPr>
            <a:r>
              <a:rPr lang="en-US" b="0" i="0" dirty="0">
                <a:effectLst/>
                <a:highlight>
                  <a:srgbClr val="FFFFFF"/>
                </a:highlight>
              </a:rPr>
              <a:t>The AI is asked to create a website that (</a:t>
            </a:r>
            <a:r>
              <a:rPr lang="en-US" dirty="0">
                <a:highlight>
                  <a:srgbClr val="FFFFFF"/>
                </a:highlight>
              </a:rPr>
              <a:t>a</a:t>
            </a:r>
            <a:r>
              <a:rPr lang="en-US" b="0" i="0" dirty="0">
                <a:effectLst/>
                <a:highlight>
                  <a:srgbClr val="FFFFFF"/>
                </a:highlight>
              </a:rPr>
              <a:t>) generates a random color palette, (</a:t>
            </a:r>
            <a:r>
              <a:rPr lang="en-US" dirty="0">
                <a:highlight>
                  <a:srgbClr val="FFFFFF"/>
                </a:highlight>
              </a:rPr>
              <a:t>b</a:t>
            </a:r>
            <a:r>
              <a:rPr lang="en-US" b="0" i="0" dirty="0">
                <a:effectLst/>
                <a:highlight>
                  <a:srgbClr val="FFFFFF"/>
                </a:highlight>
              </a:rPr>
              <a:t>) lets the user save and delete palettes, and (</a:t>
            </a:r>
            <a:r>
              <a:rPr lang="en-US" dirty="0">
                <a:highlight>
                  <a:srgbClr val="FFFFFF"/>
                </a:highlight>
              </a:rPr>
              <a:t>c</a:t>
            </a:r>
            <a:r>
              <a:rPr lang="en-US" b="0" i="0" dirty="0">
                <a:effectLst/>
                <a:highlight>
                  <a:srgbClr val="FFFFFF"/>
                </a:highlight>
              </a:rPr>
              <a:t>) lets the user generate a new palette similar to a saved palette.</a:t>
            </a:r>
          </a:p>
        </p:txBody>
      </p:sp>
      <p:sp>
        <p:nvSpPr>
          <p:cNvPr id="12" name="Rectangle 11">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1287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3CB6638-64E4-9F14-0907-72EA159136D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AI Can or Can’t?</a:t>
            </a:r>
          </a:p>
        </p:txBody>
      </p:sp>
      <p:sp>
        <p:nvSpPr>
          <p:cNvPr id="5" name="Content Placeholder 4">
            <a:extLst>
              <a:ext uri="{FF2B5EF4-FFF2-40B4-BE49-F238E27FC236}">
                <a16:creationId xmlns:a16="http://schemas.microsoft.com/office/drawing/2014/main" id="{39AEE16D-8E3B-44E5-DAA6-250F1FF9C419}"/>
              </a:ext>
            </a:extLst>
          </p:cNvPr>
          <p:cNvSpPr>
            <a:spLocks noGrp="1"/>
          </p:cNvSpPr>
          <p:nvPr>
            <p:ph idx="1"/>
          </p:nvPr>
        </p:nvSpPr>
        <p:spPr>
          <a:xfrm>
            <a:off x="1371599" y="2318197"/>
            <a:ext cx="9724031" cy="3683358"/>
          </a:xfrm>
        </p:spPr>
        <p:txBody>
          <a:bodyPr anchor="ctr">
            <a:normAutofit/>
          </a:bodyPr>
          <a:lstStyle/>
          <a:p>
            <a:pPr marL="0" indent="0">
              <a:buNone/>
            </a:pPr>
            <a:r>
              <a:rPr lang="en-US" b="1" i="0" dirty="0">
                <a:effectLst/>
                <a:highlight>
                  <a:srgbClr val="FFFFFF"/>
                </a:highlight>
              </a:rPr>
              <a:t>Create a weather app.</a:t>
            </a:r>
          </a:p>
          <a:p>
            <a:pPr marL="0" indent="0">
              <a:buNone/>
            </a:pPr>
            <a:r>
              <a:rPr lang="en-US" b="0" i="0" dirty="0">
                <a:effectLst/>
                <a:highlight>
                  <a:srgbClr val="FFFFFF"/>
                </a:highlight>
              </a:rPr>
              <a:t>The AI is asked to create a weather app that (</a:t>
            </a:r>
            <a:r>
              <a:rPr lang="en-US" b="0" i="0" dirty="0" err="1">
                <a:effectLst/>
                <a:highlight>
                  <a:srgbClr val="FFFFFF"/>
                </a:highlight>
              </a:rPr>
              <a:t>i</a:t>
            </a:r>
            <a:r>
              <a:rPr lang="en-US" b="0" i="0" dirty="0">
                <a:effectLst/>
                <a:highlight>
                  <a:srgbClr val="FFFFFF"/>
                </a:highlight>
              </a:rPr>
              <a:t>) uses the Open Metro API to display the current temperature and wind speed and (ii) displays this information using tabs, with a tab for San Francisco, New York, and the user's current location.</a:t>
            </a:r>
          </a:p>
        </p:txBody>
      </p:sp>
    </p:spTree>
    <p:extLst>
      <p:ext uri="{BB962C8B-B14F-4D97-AF65-F5344CB8AC3E}">
        <p14:creationId xmlns:p14="http://schemas.microsoft.com/office/powerpoint/2010/main" val="3663218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146;p6" descr="A group of yellow emojis&#10;&#10;Description automatically generated">
            <a:extLst>
              <a:ext uri="{FF2B5EF4-FFF2-40B4-BE49-F238E27FC236}">
                <a16:creationId xmlns:a16="http://schemas.microsoft.com/office/drawing/2014/main" id="{FBD0384E-B1D1-E209-2391-B0818459F97C}"/>
              </a:ext>
            </a:extLst>
          </p:cNvPr>
          <p:cNvPicPr preferRelativeResize="0"/>
          <p:nvPr/>
        </p:nvPicPr>
        <p:blipFill rotWithShape="1">
          <a:blip r:embed="rId2"/>
          <a:srcRect t="513" b="5793"/>
          <a:stretch/>
        </p:blipFill>
        <p:spPr>
          <a:xfrm>
            <a:off x="457200" y="457200"/>
            <a:ext cx="11277600" cy="5943600"/>
          </a:xfrm>
          <a:prstGeom prst="rect">
            <a:avLst/>
          </a:prstGeom>
          <a:noFill/>
        </p:spPr>
      </p:pic>
    </p:spTree>
    <p:extLst>
      <p:ext uri="{BB962C8B-B14F-4D97-AF65-F5344CB8AC3E}">
        <p14:creationId xmlns:p14="http://schemas.microsoft.com/office/powerpoint/2010/main" val="338381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54;p7" descr="The 4,5, and 7 Point Likert Scale + [Questionnaire Examples]">
            <a:extLst>
              <a:ext uri="{FF2B5EF4-FFF2-40B4-BE49-F238E27FC236}">
                <a16:creationId xmlns:a16="http://schemas.microsoft.com/office/drawing/2014/main" id="{E69D243D-B32A-67EA-0D12-ECCC22EAF033}"/>
              </a:ext>
            </a:extLst>
          </p:cNvPr>
          <p:cNvPicPr preferRelativeResize="0"/>
          <p:nvPr/>
        </p:nvPicPr>
        <p:blipFill rotWithShape="1">
          <a:blip r:embed="rId2">
            <a:alphaModFix/>
          </a:blip>
          <a:srcRect t="20951" b="17137"/>
          <a:stretch/>
        </p:blipFill>
        <p:spPr>
          <a:xfrm>
            <a:off x="419436" y="3768634"/>
            <a:ext cx="11095908" cy="2801983"/>
          </a:xfrm>
          <a:prstGeom prst="rect">
            <a:avLst/>
          </a:prstGeom>
          <a:noFill/>
          <a:ln>
            <a:noFill/>
          </a:ln>
        </p:spPr>
      </p:pic>
      <p:sp>
        <p:nvSpPr>
          <p:cNvPr id="3" name="Title 2">
            <a:extLst>
              <a:ext uri="{FF2B5EF4-FFF2-40B4-BE49-F238E27FC236}">
                <a16:creationId xmlns:a16="http://schemas.microsoft.com/office/drawing/2014/main" id="{02E2F003-57C4-B1FE-9CF1-F750F9B1CAFC}"/>
              </a:ext>
            </a:extLst>
          </p:cNvPr>
          <p:cNvSpPr>
            <a:spLocks noGrp="1"/>
          </p:cNvSpPr>
          <p:nvPr>
            <p:ph type="title"/>
          </p:nvPr>
        </p:nvSpPr>
        <p:spPr/>
        <p:txBody>
          <a:bodyPr/>
          <a:lstStyle/>
          <a:p>
            <a:r>
              <a:rPr lang="en-US" dirty="0"/>
              <a:t>Where Is Your Organization Now with the Implementation of AI?</a:t>
            </a:r>
          </a:p>
        </p:txBody>
      </p:sp>
      <p:sp>
        <p:nvSpPr>
          <p:cNvPr id="4" name="Content Placeholder 3">
            <a:extLst>
              <a:ext uri="{FF2B5EF4-FFF2-40B4-BE49-F238E27FC236}">
                <a16:creationId xmlns:a16="http://schemas.microsoft.com/office/drawing/2014/main" id="{60425B0F-4B59-0AE7-B101-0AEBCC8D47DD}"/>
              </a:ext>
            </a:extLst>
          </p:cNvPr>
          <p:cNvSpPr>
            <a:spLocks noGrp="1"/>
          </p:cNvSpPr>
          <p:nvPr>
            <p:ph idx="1"/>
          </p:nvPr>
        </p:nvSpPr>
        <p:spPr/>
        <p:txBody>
          <a:bodyPr/>
          <a:lstStyle/>
          <a:p>
            <a:pPr marL="0" indent="0">
              <a:buNone/>
            </a:pPr>
            <a:r>
              <a:rPr lang="en-US" dirty="0">
                <a:latin typeface="Calibri"/>
                <a:ea typeface="Calibri"/>
                <a:cs typeface="Calibri"/>
                <a:sym typeface="Calibri"/>
              </a:rPr>
              <a:t>On a scale of 1 to 6, with 1 being “not at all” and 6 being “fully internalized and implemented,” where is your organization right now with the use of AI? Why is that?</a:t>
            </a:r>
            <a:endParaRPr lang="en-US" dirty="0"/>
          </a:p>
        </p:txBody>
      </p:sp>
    </p:spTree>
    <p:extLst>
      <p:ext uri="{BB962C8B-B14F-4D97-AF65-F5344CB8AC3E}">
        <p14:creationId xmlns:p14="http://schemas.microsoft.com/office/powerpoint/2010/main" val="753476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7E81E2-145A-4BE6-4E62-0C78C29FC09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Stats</a:t>
            </a:r>
          </a:p>
        </p:txBody>
      </p:sp>
      <p:sp>
        <p:nvSpPr>
          <p:cNvPr id="3" name="Content Placeholder 2">
            <a:extLst>
              <a:ext uri="{FF2B5EF4-FFF2-40B4-BE49-F238E27FC236}">
                <a16:creationId xmlns:a16="http://schemas.microsoft.com/office/drawing/2014/main" id="{948CB868-1CC6-63D0-3590-810476C51D19}"/>
              </a:ext>
            </a:extLst>
          </p:cNvPr>
          <p:cNvSpPr>
            <a:spLocks noGrp="1"/>
          </p:cNvSpPr>
          <p:nvPr>
            <p:ph idx="1"/>
          </p:nvPr>
        </p:nvSpPr>
        <p:spPr>
          <a:xfrm>
            <a:off x="4810259" y="649480"/>
            <a:ext cx="6555347" cy="5546047"/>
          </a:xfrm>
        </p:spPr>
        <p:txBody>
          <a:bodyPr anchor="ctr">
            <a:normAutofit/>
          </a:bodyPr>
          <a:lstStyle/>
          <a:p>
            <a:pPr>
              <a:spcBef>
                <a:spcPts val="0"/>
              </a:spcBef>
              <a:spcAft>
                <a:spcPts val="600"/>
              </a:spcAft>
              <a:buSzPts val="1000"/>
              <a:tabLst>
                <a:tab pos="457200" algn="l"/>
              </a:tabLst>
            </a:pPr>
            <a:r>
              <a:rPr lang="en-US" sz="2400" b="1" kern="0" dirty="0">
                <a:effectLst/>
                <a:ea typeface="Times New Roman" panose="02020603050405020304" pitchFamily="18" charset="0"/>
                <a:cs typeface="Arial" panose="020B0604020202020204" pitchFamily="34" charset="0"/>
              </a:rPr>
              <a:t>95% of workers see value</a:t>
            </a:r>
            <a:r>
              <a:rPr lang="en-US" sz="2400" kern="0" dirty="0">
                <a:effectLst/>
                <a:ea typeface="Times New Roman" panose="02020603050405020304" pitchFamily="18" charset="0"/>
                <a:cs typeface="Arial" panose="020B0604020202020204" pitchFamily="34" charset="0"/>
              </a:rPr>
              <a:t> in working with generative AI. (</a:t>
            </a:r>
            <a:r>
              <a:rPr lang="en-US" sz="2400" u="sng" kern="0" dirty="0">
                <a:effectLst/>
                <a:ea typeface="Times New Roman" panose="02020603050405020304" pitchFamily="18" charset="0"/>
                <a:cs typeface="Arial" panose="020B0604020202020204" pitchFamily="34" charset="0"/>
                <a:hlinkClick r:id="rId2"/>
              </a:rPr>
              <a:t>Accenture report</a:t>
            </a:r>
            <a:r>
              <a:rPr lang="en-US" sz="2400" kern="0" dirty="0">
                <a:effectLst/>
                <a:ea typeface="Times New Roman" panose="02020603050405020304" pitchFamily="18" charset="0"/>
                <a:cs typeface="Arial" panose="020B0604020202020204" pitchFamily="34" charset="0"/>
              </a:rPr>
              <a:t>)</a:t>
            </a:r>
          </a:p>
          <a:p>
            <a:pPr marL="0" indent="0">
              <a:spcBef>
                <a:spcPts val="0"/>
              </a:spcBef>
              <a:spcAft>
                <a:spcPts val="600"/>
              </a:spcAft>
              <a:buSzPts val="1000"/>
              <a:buNone/>
              <a:tabLst>
                <a:tab pos="457200" algn="l"/>
              </a:tabLst>
            </a:pPr>
            <a:endParaRPr lang="en-US" sz="2400" kern="100" dirty="0">
              <a:ea typeface="Times New Roman" panose="02020603050405020304" pitchFamily="18" charset="0"/>
              <a:cs typeface="Times New Roman" panose="02020603050405020304" pitchFamily="18" charset="0"/>
            </a:endParaRPr>
          </a:p>
          <a:p>
            <a:pPr>
              <a:spcBef>
                <a:spcPts val="0"/>
              </a:spcBef>
              <a:spcAft>
                <a:spcPts val="600"/>
              </a:spcAft>
              <a:buSzPts val="1000"/>
              <a:tabLst>
                <a:tab pos="457200" algn="l"/>
              </a:tabLst>
            </a:pPr>
            <a:r>
              <a:rPr lang="en-US" sz="2400" b="1" kern="0" dirty="0">
                <a:effectLst/>
                <a:ea typeface="Times New Roman" panose="02020603050405020304" pitchFamily="18" charset="0"/>
                <a:cs typeface="Arial" panose="020B0604020202020204" pitchFamily="34" charset="0"/>
              </a:rPr>
              <a:t>80% of workers want to know </a:t>
            </a:r>
            <a:r>
              <a:rPr lang="en-US" sz="2400" kern="0" dirty="0">
                <a:effectLst/>
                <a:ea typeface="Times New Roman" panose="02020603050405020304" pitchFamily="18" charset="0"/>
                <a:cs typeface="Arial" panose="020B0604020202020204" pitchFamily="34" charset="0"/>
              </a:rPr>
              <a:t>how to use AI in their profession. (</a:t>
            </a:r>
            <a:r>
              <a:rPr lang="en-US" sz="2400" u="sng" kern="0" dirty="0">
                <a:effectLst/>
                <a:ea typeface="Times New Roman" panose="02020603050405020304" pitchFamily="18" charset="0"/>
                <a:cs typeface="Arial" panose="020B0604020202020204" pitchFamily="34" charset="0"/>
                <a:hlinkClick r:id="rId3"/>
              </a:rPr>
              <a:t>LinkedIn report</a:t>
            </a:r>
            <a:r>
              <a:rPr lang="en-US" sz="2400" kern="0" dirty="0">
                <a:effectLst/>
                <a:ea typeface="Times New Roman" panose="02020603050405020304" pitchFamily="18" charset="0"/>
                <a:cs typeface="Arial" panose="020B0604020202020204" pitchFamily="34" charset="0"/>
              </a:rPr>
              <a:t>)‍</a:t>
            </a:r>
          </a:p>
          <a:p>
            <a:pPr marL="0" indent="0">
              <a:spcBef>
                <a:spcPts val="0"/>
              </a:spcBef>
              <a:spcAft>
                <a:spcPts val="600"/>
              </a:spcAft>
              <a:buSzPts val="1000"/>
              <a:buNone/>
              <a:tabLst>
                <a:tab pos="457200" algn="l"/>
              </a:tabLst>
            </a:pPr>
            <a:endParaRPr lang="en-US" sz="2400" kern="100" dirty="0">
              <a:ea typeface="Times New Roman" panose="02020603050405020304" pitchFamily="18" charset="0"/>
              <a:cs typeface="Times New Roman" panose="02020603050405020304" pitchFamily="18" charset="0"/>
            </a:endParaRPr>
          </a:p>
          <a:p>
            <a:pPr>
              <a:spcBef>
                <a:spcPts val="0"/>
              </a:spcBef>
              <a:spcAft>
                <a:spcPts val="600"/>
              </a:spcAft>
              <a:buSzPts val="1000"/>
              <a:tabLst>
                <a:tab pos="457200" algn="l"/>
              </a:tabLst>
            </a:pPr>
            <a:r>
              <a:rPr lang="en-US" sz="2400" b="1" kern="0" dirty="0">
                <a:effectLst/>
                <a:ea typeface="Times New Roman" panose="02020603050405020304" pitchFamily="18" charset="0"/>
                <a:cs typeface="Arial" panose="020B0604020202020204" pitchFamily="34" charset="0"/>
              </a:rPr>
              <a:t>79% of leaders agree their company needs to adopt AI</a:t>
            </a:r>
            <a:r>
              <a:rPr lang="en-US" sz="2400" kern="0" dirty="0">
                <a:effectLst/>
                <a:ea typeface="Times New Roman" panose="02020603050405020304" pitchFamily="18" charset="0"/>
                <a:cs typeface="Arial" panose="020B0604020202020204" pitchFamily="34" charset="0"/>
              </a:rPr>
              <a:t> to stay competitive. (</a:t>
            </a:r>
            <a:r>
              <a:rPr lang="en-US" sz="2400" u="sng" kern="0" dirty="0">
                <a:effectLst/>
                <a:ea typeface="Times New Roman" panose="02020603050405020304" pitchFamily="18" charset="0"/>
                <a:cs typeface="Arial" panose="020B0604020202020204" pitchFamily="34" charset="0"/>
                <a:hlinkClick r:id="rId4"/>
              </a:rPr>
              <a:t>Microsoft report</a:t>
            </a:r>
            <a:r>
              <a:rPr lang="en-US" sz="2400" kern="0" dirty="0">
                <a:effectLst/>
                <a:ea typeface="Times New Roman" panose="02020603050405020304" pitchFamily="18" charset="0"/>
                <a:cs typeface="Arial" panose="020B0604020202020204" pitchFamily="34" charset="0"/>
              </a:rPr>
              <a:t>)</a:t>
            </a:r>
          </a:p>
          <a:p>
            <a:pPr>
              <a:spcBef>
                <a:spcPts val="0"/>
              </a:spcBef>
              <a:spcAft>
                <a:spcPts val="600"/>
              </a:spcAft>
              <a:buSzPts val="1000"/>
              <a:tabLst>
                <a:tab pos="457200" algn="l"/>
              </a:tabLst>
            </a:pPr>
            <a:endParaRPr lang="en-US" sz="2400" b="0" i="0" dirty="0">
              <a:effectLst/>
              <a:highlight>
                <a:srgbClr val="FFFFFF"/>
              </a:highlight>
            </a:endParaRPr>
          </a:p>
          <a:p>
            <a:pPr>
              <a:spcBef>
                <a:spcPts val="0"/>
              </a:spcBef>
              <a:spcAft>
                <a:spcPts val="600"/>
              </a:spcAft>
              <a:buSzPts val="1000"/>
              <a:tabLst>
                <a:tab pos="457200" algn="l"/>
              </a:tabLst>
            </a:pPr>
            <a:r>
              <a:rPr lang="en-US" sz="2400" b="0" i="0" dirty="0">
                <a:effectLst/>
                <a:highlight>
                  <a:srgbClr val="FFFFFF"/>
                </a:highlight>
              </a:rPr>
              <a:t>Consultants using AI </a:t>
            </a:r>
            <a:r>
              <a:rPr lang="en-US" sz="2400" b="1" i="0" dirty="0">
                <a:effectLst/>
                <a:highlight>
                  <a:srgbClr val="FFFFFF"/>
                </a:highlight>
              </a:rPr>
              <a:t>finished</a:t>
            </a:r>
            <a:r>
              <a:rPr lang="en-US" sz="2400" b="0" i="0" dirty="0">
                <a:effectLst/>
                <a:highlight>
                  <a:srgbClr val="FFFFFF"/>
                </a:highlight>
              </a:rPr>
              <a:t> </a:t>
            </a:r>
            <a:r>
              <a:rPr lang="en-US" sz="2400" b="1" i="0" dirty="0">
                <a:effectLst/>
                <a:highlight>
                  <a:srgbClr val="FFFFFF"/>
                </a:highlight>
              </a:rPr>
              <a:t>12.2% more tasks</a:t>
            </a:r>
            <a:r>
              <a:rPr lang="en-US" sz="2400" b="0" i="0" dirty="0">
                <a:effectLst/>
                <a:highlight>
                  <a:srgbClr val="FFFFFF"/>
                </a:highlight>
              </a:rPr>
              <a:t> on average, </a:t>
            </a:r>
            <a:r>
              <a:rPr lang="en-US" sz="2400" b="1" i="0" dirty="0">
                <a:effectLst/>
                <a:highlight>
                  <a:srgbClr val="FFFFFF"/>
                </a:highlight>
              </a:rPr>
              <a:t>completed tasks 25.1% more quickly</a:t>
            </a:r>
            <a:r>
              <a:rPr lang="en-US" sz="2400" b="0" i="0" dirty="0">
                <a:effectLst/>
                <a:highlight>
                  <a:srgbClr val="FFFFFF"/>
                </a:highlight>
              </a:rPr>
              <a:t>, and produced </a:t>
            </a:r>
            <a:r>
              <a:rPr lang="en-US" sz="2400" b="1" i="0" dirty="0">
                <a:effectLst/>
                <a:highlight>
                  <a:srgbClr val="FFFFFF"/>
                </a:highlight>
              </a:rPr>
              <a:t>40% higher quality results</a:t>
            </a:r>
            <a:r>
              <a:rPr lang="en-US" sz="2400" b="0" i="0" dirty="0">
                <a:effectLst/>
                <a:highlight>
                  <a:srgbClr val="FFFFFF"/>
                </a:highlight>
              </a:rPr>
              <a:t> than those without. (</a:t>
            </a:r>
            <a:r>
              <a:rPr lang="en-US" sz="2400" b="0" i="0" dirty="0">
                <a:effectLst/>
                <a:highlight>
                  <a:srgbClr val="FFFFFF"/>
                </a:highlight>
                <a:hlinkClick r:id="rId5"/>
              </a:rPr>
              <a:t>Wharton University of Pennsylvania report</a:t>
            </a:r>
            <a:r>
              <a:rPr lang="en-US" sz="2400" b="0" i="0" dirty="0">
                <a:effectLst/>
                <a:highlight>
                  <a:srgbClr val="FFFFFF"/>
                </a:highlight>
              </a:rPr>
              <a:t>)</a:t>
            </a:r>
            <a:endParaRPr lang="en-US" sz="2400" dirty="0"/>
          </a:p>
        </p:txBody>
      </p:sp>
    </p:spTree>
    <p:extLst>
      <p:ext uri="{BB962C8B-B14F-4D97-AF65-F5344CB8AC3E}">
        <p14:creationId xmlns:p14="http://schemas.microsoft.com/office/powerpoint/2010/main" val="706714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10CE30-45E3-20B5-2429-3E7425C2910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AI Proficiency Report: Where Do You Rank?</a:t>
            </a:r>
          </a:p>
        </p:txBody>
      </p:sp>
      <p:pic>
        <p:nvPicPr>
          <p:cNvPr id="4" name="Picture 3" descr="A screenshot of a computer&#10;&#10;Description automatically generated">
            <a:extLst>
              <a:ext uri="{FF2B5EF4-FFF2-40B4-BE49-F238E27FC236}">
                <a16:creationId xmlns:a16="http://schemas.microsoft.com/office/drawing/2014/main" id="{BBBF148A-CA77-CF3B-720B-D9C4E9637C4A}"/>
              </a:ext>
            </a:extLst>
          </p:cNvPr>
          <p:cNvPicPr>
            <a:picLocks noChangeAspect="1"/>
          </p:cNvPicPr>
          <p:nvPr/>
        </p:nvPicPr>
        <p:blipFill rotWithShape="1">
          <a:blip r:embed="rId3"/>
          <a:srcRect l="3646" t="16524" r="3305" b="15178"/>
          <a:stretch/>
        </p:blipFill>
        <p:spPr>
          <a:xfrm>
            <a:off x="699713" y="1966293"/>
            <a:ext cx="11247148" cy="4643669"/>
          </a:xfrm>
          <a:prstGeom prst="rect">
            <a:avLst/>
          </a:prstGeom>
        </p:spPr>
      </p:pic>
    </p:spTree>
    <p:extLst>
      <p:ext uri="{BB962C8B-B14F-4D97-AF65-F5344CB8AC3E}">
        <p14:creationId xmlns:p14="http://schemas.microsoft.com/office/powerpoint/2010/main" val="4090420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5" name="Rectangle 513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Anticipation, skepticism, fear—what execs really think about AI - Agility  PR Solutions">
            <a:extLst>
              <a:ext uri="{FF2B5EF4-FFF2-40B4-BE49-F238E27FC236}">
                <a16:creationId xmlns:a16="http://schemas.microsoft.com/office/drawing/2014/main" id="{19A90FDB-39BE-6F01-DDA8-66D8ADB99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744"/>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5136" name="Group 5135">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5130" name="Freeform: Shape 5129">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137" name="Freeform: Shape 5136">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5132" name="Freeform: Shape 5131">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5138" name="Freeform: Shape 5137">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2F9E261-9E36-F3E6-A052-474B072A4771}"/>
              </a:ext>
            </a:extLst>
          </p:cNvPr>
          <p:cNvSpPr>
            <a:spLocks noGrp="1"/>
          </p:cNvSpPr>
          <p:nvPr>
            <p:ph type="title"/>
          </p:nvPr>
        </p:nvSpPr>
        <p:spPr>
          <a:xfrm>
            <a:off x="804672" y="4551037"/>
            <a:ext cx="5021782" cy="1509931"/>
          </a:xfrm>
        </p:spPr>
        <p:txBody>
          <a:bodyPr>
            <a:normAutofit/>
          </a:bodyPr>
          <a:lstStyle/>
          <a:p>
            <a:r>
              <a:rPr lang="en-US" sz="3600">
                <a:solidFill>
                  <a:schemeClr val="tx2"/>
                </a:solidFill>
              </a:rPr>
              <a:t>AI Skeptics</a:t>
            </a:r>
          </a:p>
        </p:txBody>
      </p:sp>
      <p:sp>
        <p:nvSpPr>
          <p:cNvPr id="3" name="Content Placeholder 2">
            <a:extLst>
              <a:ext uri="{FF2B5EF4-FFF2-40B4-BE49-F238E27FC236}">
                <a16:creationId xmlns:a16="http://schemas.microsoft.com/office/drawing/2014/main" id="{167843E3-C3BD-CAED-89CE-03FF7757CC45}"/>
              </a:ext>
            </a:extLst>
          </p:cNvPr>
          <p:cNvSpPr>
            <a:spLocks noGrp="1"/>
          </p:cNvSpPr>
          <p:nvPr>
            <p:ph idx="1"/>
          </p:nvPr>
        </p:nvSpPr>
        <p:spPr>
          <a:xfrm>
            <a:off x="4999513" y="4551037"/>
            <a:ext cx="6397146" cy="1509935"/>
          </a:xfrm>
        </p:spPr>
        <p:txBody>
          <a:bodyPr anchor="ctr">
            <a:noAutofit/>
          </a:bodyPr>
          <a:lstStyle/>
          <a:p>
            <a:pPr marL="0" indent="0">
              <a:buNone/>
            </a:pPr>
            <a:r>
              <a:rPr lang="en-US" sz="2400" dirty="0">
                <a:solidFill>
                  <a:schemeClr val="tx2"/>
                </a:solidFill>
              </a:rPr>
              <a:t>Skeptics, as you might imagine, almost never use AI and they’re not saving any time with it. They haven’t received formal training (93%), and their prompting skills are the worst of the bunch. Most of their employers (44%) won’t take a stance on AI.</a:t>
            </a:r>
          </a:p>
        </p:txBody>
      </p:sp>
    </p:spTree>
    <p:extLst>
      <p:ext uri="{BB962C8B-B14F-4D97-AF65-F5344CB8AC3E}">
        <p14:creationId xmlns:p14="http://schemas.microsoft.com/office/powerpoint/2010/main" val="2144596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1319FC-A474-9A5F-CADF-D9769427AA3F}"/>
              </a:ext>
            </a:extLst>
          </p:cNvPr>
          <p:cNvSpPr>
            <a:spLocks noGrp="1"/>
          </p:cNvSpPr>
          <p:nvPr>
            <p:ph type="title"/>
          </p:nvPr>
        </p:nvSpPr>
        <p:spPr>
          <a:xfrm>
            <a:off x="818984" y="4230093"/>
            <a:ext cx="4150581" cy="1800165"/>
          </a:xfrm>
        </p:spPr>
        <p:txBody>
          <a:bodyPr anchor="t">
            <a:normAutofit/>
          </a:bodyPr>
          <a:lstStyle/>
          <a:p>
            <a:pPr algn="r"/>
            <a:r>
              <a:rPr lang="en-US" sz="4000" dirty="0"/>
              <a:t>AI Newcomers</a:t>
            </a:r>
          </a:p>
        </p:txBody>
      </p:sp>
      <p:pic>
        <p:nvPicPr>
          <p:cNvPr id="3074" name="Picture 2" descr="Newcomer Newcomer Vector Art, Icons, and Graphics for Free Download">
            <a:extLst>
              <a:ext uri="{FF2B5EF4-FFF2-40B4-BE49-F238E27FC236}">
                <a16:creationId xmlns:a16="http://schemas.microsoft.com/office/drawing/2014/main" id="{DCF5780C-D80E-8314-B103-D26210F48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71156" y="457200"/>
            <a:ext cx="6910650" cy="345532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6DDCC90-994B-5EE3-AD00-8199D81F4E87}"/>
              </a:ext>
            </a:extLst>
          </p:cNvPr>
          <p:cNvSpPr>
            <a:spLocks noGrp="1"/>
          </p:cNvSpPr>
          <p:nvPr>
            <p:ph idx="1"/>
          </p:nvPr>
        </p:nvSpPr>
        <p:spPr>
          <a:xfrm>
            <a:off x="5246415" y="4230093"/>
            <a:ext cx="6235268" cy="2040077"/>
          </a:xfrm>
        </p:spPr>
        <p:txBody>
          <a:bodyPr anchor="t">
            <a:normAutofit lnSpcReduction="10000"/>
          </a:bodyPr>
          <a:lstStyle/>
          <a:p>
            <a:pPr marL="0" indent="0">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The majority of the workforce are what we call “AI Newcomers.” They use AI a few times a month – usually the free version of ChatGPT – and they’re saving maybe 5-10% of their time each week. They have received no formal training on AI.</a:t>
            </a:r>
          </a:p>
          <a:p>
            <a:endParaRPr lang="en-US" sz="2000" dirty="0"/>
          </a:p>
        </p:txBody>
      </p:sp>
      <p:sp>
        <p:nvSpPr>
          <p:cNvPr id="3081" name="Rectangle 308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2400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55006F82-50D2-401C-BE85-FFEA1C1963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32034F32-09B4-47B4-B550-1F1CE3D53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07" name="Group 4106">
            <a:extLst>
              <a:ext uri="{FF2B5EF4-FFF2-40B4-BE49-F238E27FC236}">
                <a16:creationId xmlns:a16="http://schemas.microsoft.com/office/drawing/2014/main" id="{DE281959-4C2A-43BA-8C83-11E748D31C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108" name="Oval 4107">
              <a:extLst>
                <a:ext uri="{FF2B5EF4-FFF2-40B4-BE49-F238E27FC236}">
                  <a16:creationId xmlns:a16="http://schemas.microsoft.com/office/drawing/2014/main" id="{085BD03E-6111-486E-A44E-13DE7D69D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Oval 4108">
              <a:extLst>
                <a:ext uri="{FF2B5EF4-FFF2-40B4-BE49-F238E27FC236}">
                  <a16:creationId xmlns:a16="http://schemas.microsoft.com/office/drawing/2014/main" id="{1AEAC14A-07C6-4D53-B462-9F09A96B7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0" name="Oval 4109">
              <a:extLst>
                <a:ext uri="{FF2B5EF4-FFF2-40B4-BE49-F238E27FC236}">
                  <a16:creationId xmlns:a16="http://schemas.microsoft.com/office/drawing/2014/main" id="{4EE382AD-4EFB-4F1D-87D8-BBAFF1A147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1" name="Oval 4110">
              <a:extLst>
                <a:ext uri="{FF2B5EF4-FFF2-40B4-BE49-F238E27FC236}">
                  <a16:creationId xmlns:a16="http://schemas.microsoft.com/office/drawing/2014/main" id="{7F9C3030-DD76-46ED-8C3D-5E6B155D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2" name="Oval 4111">
              <a:extLst>
                <a:ext uri="{FF2B5EF4-FFF2-40B4-BE49-F238E27FC236}">
                  <a16:creationId xmlns:a16="http://schemas.microsoft.com/office/drawing/2014/main" id="{3774AC63-66CE-4E5C-9DAF-71E4E0C04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Oval 4112">
              <a:extLst>
                <a:ext uri="{FF2B5EF4-FFF2-40B4-BE49-F238E27FC236}">
                  <a16:creationId xmlns:a16="http://schemas.microsoft.com/office/drawing/2014/main" id="{374276B0-1AE1-4BAA-A117-B59701260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279F507-7F2D-0196-270E-49EF1539CC26}"/>
              </a:ext>
            </a:extLst>
          </p:cNvPr>
          <p:cNvSpPr>
            <a:spLocks noGrp="1"/>
          </p:cNvSpPr>
          <p:nvPr>
            <p:ph type="title"/>
          </p:nvPr>
        </p:nvSpPr>
        <p:spPr>
          <a:xfrm>
            <a:off x="5258846" y="630936"/>
            <a:ext cx="5867716" cy="1993512"/>
          </a:xfrm>
          <a:noFill/>
        </p:spPr>
        <p:txBody>
          <a:bodyPr anchor="b">
            <a:normAutofit/>
          </a:bodyPr>
          <a:lstStyle/>
          <a:p>
            <a:r>
              <a:rPr lang="en-US" sz="4800" dirty="0">
                <a:solidFill>
                  <a:schemeClr val="bg1"/>
                </a:solidFill>
              </a:rPr>
              <a:t>AI Experimenters</a:t>
            </a:r>
          </a:p>
        </p:txBody>
      </p:sp>
      <p:sp>
        <p:nvSpPr>
          <p:cNvPr id="4115" name="Rectangle 4114">
            <a:extLst>
              <a:ext uri="{FF2B5EF4-FFF2-40B4-BE49-F238E27FC236}">
                <a16:creationId xmlns:a16="http://schemas.microsoft.com/office/drawing/2014/main" id="{4FCECCE4-3046-4A76-B4C0-767A6251C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17" name="Group 4116">
            <a:extLst>
              <a:ext uri="{FF2B5EF4-FFF2-40B4-BE49-F238E27FC236}">
                <a16:creationId xmlns:a16="http://schemas.microsoft.com/office/drawing/2014/main" id="{D6F309B0-04E5-4883-9605-1364452C68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4118" name="Straight Connector 4117">
              <a:extLst>
                <a:ext uri="{FF2B5EF4-FFF2-40B4-BE49-F238E27FC236}">
                  <a16:creationId xmlns:a16="http://schemas.microsoft.com/office/drawing/2014/main" id="{E11AE0B5-579B-4455-9159-4E4F0A8CCE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19" name="Straight Connector 4118">
              <a:extLst>
                <a:ext uri="{FF2B5EF4-FFF2-40B4-BE49-F238E27FC236}">
                  <a16:creationId xmlns:a16="http://schemas.microsoft.com/office/drawing/2014/main" id="{7D011DD2-D339-42A2-B916-5E9494D4A4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20" name="Straight Connector 4119">
              <a:extLst>
                <a:ext uri="{FF2B5EF4-FFF2-40B4-BE49-F238E27FC236}">
                  <a16:creationId xmlns:a16="http://schemas.microsoft.com/office/drawing/2014/main" id="{BE43332E-2051-4B76-BC37-83CA62919D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21" name="Straight Connector 4120">
              <a:extLst>
                <a:ext uri="{FF2B5EF4-FFF2-40B4-BE49-F238E27FC236}">
                  <a16:creationId xmlns:a16="http://schemas.microsoft.com/office/drawing/2014/main" id="{6B80359C-87A2-4B25-838D-8F833616F6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123" name="Rectangle 4122">
            <a:extLst>
              <a:ext uri="{FF2B5EF4-FFF2-40B4-BE49-F238E27FC236}">
                <a16:creationId xmlns:a16="http://schemas.microsoft.com/office/drawing/2014/main" id="{096F20E2-F42F-4B71-8BC5-478533FE1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25" name="Group 4124">
            <a:extLst>
              <a:ext uri="{FF2B5EF4-FFF2-40B4-BE49-F238E27FC236}">
                <a16:creationId xmlns:a16="http://schemas.microsoft.com/office/drawing/2014/main" id="{34039184-A11C-46AE-854D-8B22944360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126" name="Straight Connector 4125">
              <a:extLst>
                <a:ext uri="{FF2B5EF4-FFF2-40B4-BE49-F238E27FC236}">
                  <a16:creationId xmlns:a16="http://schemas.microsoft.com/office/drawing/2014/main" id="{3D2F1956-BECA-4651-82AD-00D7D7F59D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27" name="Straight Connector 4126">
              <a:extLst>
                <a:ext uri="{FF2B5EF4-FFF2-40B4-BE49-F238E27FC236}">
                  <a16:creationId xmlns:a16="http://schemas.microsoft.com/office/drawing/2014/main" id="{A3F1C39C-42B5-430D-84F0-7018DD01CE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28" name="Straight Connector 4127">
              <a:extLst>
                <a:ext uri="{FF2B5EF4-FFF2-40B4-BE49-F238E27FC236}">
                  <a16:creationId xmlns:a16="http://schemas.microsoft.com/office/drawing/2014/main" id="{BA7D71D2-799A-4C6D-AD0E-D7BCF15E9F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29" name="Straight Connector 4128">
              <a:extLst>
                <a:ext uri="{FF2B5EF4-FFF2-40B4-BE49-F238E27FC236}">
                  <a16:creationId xmlns:a16="http://schemas.microsoft.com/office/drawing/2014/main" id="{5C9B72C0-DA11-4A2F-BADC-5BD946CFD0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4098" name="Picture 2" descr="Experimenter board Stock Vector Images - Alamy">
            <a:extLst>
              <a:ext uri="{FF2B5EF4-FFF2-40B4-BE49-F238E27FC236}">
                <a16:creationId xmlns:a16="http://schemas.microsoft.com/office/drawing/2014/main" id="{17D9ABCA-DB9E-6442-C819-3263D082BF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97" r="2198" b="7284"/>
          <a:stretch/>
        </p:blipFill>
        <p:spPr bwMode="auto">
          <a:xfrm>
            <a:off x="695408" y="706171"/>
            <a:ext cx="4024499" cy="5035996"/>
          </a:xfrm>
          <a:prstGeom prst="rect">
            <a:avLst/>
          </a:prstGeom>
          <a:noFill/>
          <a:extLst>
            <a:ext uri="{909E8E84-426E-40DD-AFC4-6F175D3DCCD1}">
              <a14:hiddenFill xmlns:a14="http://schemas.microsoft.com/office/drawing/2010/main">
                <a:solidFill>
                  <a:srgbClr val="FFFFFF"/>
                </a:solidFill>
              </a14:hiddenFill>
            </a:ext>
          </a:extLst>
        </p:spPr>
      </p:pic>
      <p:grpSp>
        <p:nvGrpSpPr>
          <p:cNvPr id="4131" name="Group 4130">
            <a:extLst>
              <a:ext uri="{FF2B5EF4-FFF2-40B4-BE49-F238E27FC236}">
                <a16:creationId xmlns:a16="http://schemas.microsoft.com/office/drawing/2014/main" id="{2219C598-7B69-490E-97B6-4E4DC4964F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562055" y="850149"/>
            <a:ext cx="304800" cy="429768"/>
            <a:chOff x="215328" y="-46937"/>
            <a:chExt cx="304800" cy="2773841"/>
          </a:xfrm>
        </p:grpSpPr>
        <p:cxnSp>
          <p:nvCxnSpPr>
            <p:cNvPr id="4132" name="Straight Connector 4131">
              <a:extLst>
                <a:ext uri="{FF2B5EF4-FFF2-40B4-BE49-F238E27FC236}">
                  <a16:creationId xmlns:a16="http://schemas.microsoft.com/office/drawing/2014/main" id="{EF504F69-53C8-4088-9C6A-56FFDA3318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33" name="Straight Connector 4132">
              <a:extLst>
                <a:ext uri="{FF2B5EF4-FFF2-40B4-BE49-F238E27FC236}">
                  <a16:creationId xmlns:a16="http://schemas.microsoft.com/office/drawing/2014/main" id="{F5EDE870-C63A-4D06-A144-9652B7D895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34" name="Straight Connector 4133">
              <a:extLst>
                <a:ext uri="{FF2B5EF4-FFF2-40B4-BE49-F238E27FC236}">
                  <a16:creationId xmlns:a16="http://schemas.microsoft.com/office/drawing/2014/main" id="{4CB714C2-8F44-4A42-BA66-2516AFA814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35" name="Straight Connector 4134">
              <a:extLst>
                <a:ext uri="{FF2B5EF4-FFF2-40B4-BE49-F238E27FC236}">
                  <a16:creationId xmlns:a16="http://schemas.microsoft.com/office/drawing/2014/main" id="{B844F522-4E10-42B1-840D-5959A9639E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748A5DB0-390B-409A-B51B-664B0CD9DCC2}"/>
              </a:ext>
            </a:extLst>
          </p:cNvPr>
          <p:cNvSpPr>
            <a:spLocks noGrp="1"/>
          </p:cNvSpPr>
          <p:nvPr>
            <p:ph idx="1"/>
          </p:nvPr>
        </p:nvSpPr>
        <p:spPr>
          <a:xfrm>
            <a:off x="5258846" y="3098880"/>
            <a:ext cx="5867720" cy="3159012"/>
          </a:xfrm>
          <a:noFill/>
        </p:spPr>
        <p:txBody>
          <a:bodyPr anchor="t">
            <a:noAutofit/>
          </a:bodyPr>
          <a:lstStyle/>
          <a:p>
            <a:pPr marL="0" indent="0">
              <a:buNone/>
            </a:pPr>
            <a:r>
              <a:rPr lang="en-US" sz="2400" dirty="0">
                <a:solidFill>
                  <a:schemeClr val="bg1"/>
                </a:solidFill>
              </a:rPr>
              <a:t>Experimenters </a:t>
            </a:r>
            <a:r>
              <a:rPr lang="en-US" sz="2400" b="0" i="0" u="none" strike="noStrike" baseline="0" dirty="0">
                <a:solidFill>
                  <a:schemeClr val="bg1"/>
                </a:solidFill>
              </a:rPr>
              <a:t>haven’t fully integrated AI into their daily work but use it once a week and report small productivity gains (a few hours a week). </a:t>
            </a:r>
            <a:r>
              <a:rPr lang="en-US" sz="2400" dirty="0">
                <a:solidFill>
                  <a:schemeClr val="bg1"/>
                </a:solidFill>
              </a:rPr>
              <a:t>They u</a:t>
            </a:r>
            <a:r>
              <a:rPr lang="en-US" sz="2400" b="0" i="0" u="none" strike="noStrike" baseline="0" dirty="0">
                <a:solidFill>
                  <a:schemeClr val="bg1"/>
                </a:solidFill>
              </a:rPr>
              <a:t>se a mix of paid </a:t>
            </a:r>
            <a:r>
              <a:rPr lang="en-US" sz="2400" dirty="0">
                <a:solidFill>
                  <a:schemeClr val="bg1"/>
                </a:solidFill>
              </a:rPr>
              <a:t>and free AI tools (70%). They are basic prompters (in the 62nd percentile for prompt effectiveness). The majority (29%) are saving 10-20% of their time each week with AI. </a:t>
            </a:r>
          </a:p>
        </p:txBody>
      </p:sp>
    </p:spTree>
    <p:extLst>
      <p:ext uri="{BB962C8B-B14F-4D97-AF65-F5344CB8AC3E}">
        <p14:creationId xmlns:p14="http://schemas.microsoft.com/office/powerpoint/2010/main" val="1070146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Imperial experts answer key questions on the future of AI to mark the AI  Safety Summit in the UK – NIHR Imperial Biomedical Research Centre">
            <a:extLst>
              <a:ext uri="{FF2B5EF4-FFF2-40B4-BE49-F238E27FC236}">
                <a16:creationId xmlns:a16="http://schemas.microsoft.com/office/drawing/2014/main" id="{F37B2FD4-326F-AD45-5FB9-06D955CF6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712" b="1"/>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6153" name="Rectangle 615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6DFBFD9-48E6-A5D3-B9BE-1FB344140F34}"/>
              </a:ext>
            </a:extLst>
          </p:cNvPr>
          <p:cNvSpPr>
            <a:spLocks noGrp="1"/>
          </p:cNvSpPr>
          <p:nvPr>
            <p:ph type="title"/>
          </p:nvPr>
        </p:nvSpPr>
        <p:spPr>
          <a:xfrm>
            <a:off x="838200" y="365125"/>
            <a:ext cx="3822189" cy="1899912"/>
          </a:xfrm>
        </p:spPr>
        <p:txBody>
          <a:bodyPr>
            <a:normAutofit/>
          </a:bodyPr>
          <a:lstStyle/>
          <a:p>
            <a:r>
              <a:rPr lang="en-US" sz="4000"/>
              <a:t>AI Class</a:t>
            </a:r>
          </a:p>
        </p:txBody>
      </p:sp>
      <p:sp>
        <p:nvSpPr>
          <p:cNvPr id="3" name="Content Placeholder 2">
            <a:extLst>
              <a:ext uri="{FF2B5EF4-FFF2-40B4-BE49-F238E27FC236}">
                <a16:creationId xmlns:a16="http://schemas.microsoft.com/office/drawing/2014/main" id="{D95B247E-C629-7461-8C9C-5AECB9DF64DF}"/>
              </a:ext>
            </a:extLst>
          </p:cNvPr>
          <p:cNvSpPr>
            <a:spLocks noGrp="1"/>
          </p:cNvSpPr>
          <p:nvPr>
            <p:ph idx="1"/>
          </p:nvPr>
        </p:nvSpPr>
        <p:spPr>
          <a:xfrm>
            <a:off x="838200" y="1662545"/>
            <a:ext cx="5515099" cy="4514418"/>
          </a:xfrm>
        </p:spPr>
        <p:txBody>
          <a:bodyPr>
            <a:noAutofit/>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They’re master prompters. </a:t>
            </a:r>
            <a:r>
              <a:rPr lang="en-US" sz="1800" dirty="0">
                <a:effectLst/>
                <a:latin typeface="Aptos" panose="020B0004020202020204" pitchFamily="34" charset="0"/>
                <a:ea typeface="Aptos" panose="020B0004020202020204" pitchFamily="34" charset="0"/>
                <a:cs typeface="Times New Roman" panose="02020603050405020304" pitchFamily="18" charset="0"/>
              </a:rPr>
              <a:t>We gave all survey respondents a test: We told them to prompt ChatGPT to accomplish a task and scored them out of 10 based on their response’s structure, clarity, and use of context. The majority of the workforce average a score of 2.7. The AI Class average an 8.6.</a:t>
            </a:r>
          </a:p>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They use AI for </a:t>
            </a:r>
            <a:r>
              <a:rPr lang="en-US" sz="1800" b="1" i="1" kern="100" dirty="0">
                <a:effectLst/>
                <a:latin typeface="Aptos" panose="020B0004020202020204" pitchFamily="34" charset="0"/>
                <a:ea typeface="Aptos" panose="020B0004020202020204" pitchFamily="34" charset="0"/>
                <a:cs typeface="Times New Roman" panose="02020603050405020304" pitchFamily="18" charset="0"/>
              </a:rPr>
              <a:t>everything</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not just the well-known use cases like email subject lines and blog post brainstorming. They use AI to analyze their data to gain unique insights, get a different perspective on their work, and offload their repetitive tasks.</a:t>
            </a:r>
          </a:p>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They use it everyday, and they don’t settle for free models.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89% of AI Class members use AI daily at work vs. just 10% of AI Newcomers</a:t>
            </a:r>
            <a:endParaRPr lang="en-US" sz="1800" kern="100" dirty="0">
              <a:latin typeface="Aptos" panose="020B0004020202020204" pitchFamily="34" charset="0"/>
              <a:cs typeface="Times New Roman" panose="02020603050405020304" pitchFamily="18" charset="0"/>
            </a:endParaRPr>
          </a:p>
          <a:p>
            <a:pPr marL="0" indent="0">
              <a:buNone/>
            </a:pPr>
            <a:r>
              <a:rPr lang="en-US" sz="1800" b="1" kern="100" dirty="0">
                <a:latin typeface="Aptos" panose="020B0004020202020204" pitchFamily="34" charset="0"/>
                <a:cs typeface="Times New Roman" panose="02020603050405020304" pitchFamily="18" charset="0"/>
              </a:rPr>
              <a:t>AI Class users save up to </a:t>
            </a:r>
            <a:r>
              <a:rPr lang="en-US" sz="1800" b="1" i="1" kern="100" dirty="0">
                <a:latin typeface="Aptos" panose="020B0004020202020204" pitchFamily="34" charset="0"/>
                <a:cs typeface="Times New Roman" panose="02020603050405020304" pitchFamily="18" charset="0"/>
              </a:rPr>
              <a:t>12 hours a week </a:t>
            </a:r>
            <a:r>
              <a:rPr lang="en-US" sz="1800" b="1" kern="100" dirty="0">
                <a:latin typeface="Aptos" panose="020B0004020202020204" pitchFamily="34" charset="0"/>
                <a:cs typeface="Times New Roman" panose="02020603050405020304" pitchFamily="18" charset="0"/>
              </a:rPr>
              <a:t>because of how they use AI.</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12524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D65E5F-C621-75C4-B31C-E06EAD405AA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The Biggest Drivers of AI Proficiency: The Organization</a:t>
            </a:r>
          </a:p>
        </p:txBody>
      </p:sp>
      <p:sp>
        <p:nvSpPr>
          <p:cNvPr id="3" name="Content Placeholder 2">
            <a:extLst>
              <a:ext uri="{FF2B5EF4-FFF2-40B4-BE49-F238E27FC236}">
                <a16:creationId xmlns:a16="http://schemas.microsoft.com/office/drawing/2014/main" id="{BDCF84C6-BD58-1B5A-90EE-C27638FCAACC}"/>
              </a:ext>
            </a:extLst>
          </p:cNvPr>
          <p:cNvSpPr>
            <a:spLocks noGrp="1"/>
          </p:cNvSpPr>
          <p:nvPr>
            <p:ph idx="1"/>
          </p:nvPr>
        </p:nvSpPr>
        <p:spPr>
          <a:xfrm>
            <a:off x="4810259" y="649480"/>
            <a:ext cx="6555347" cy="5546047"/>
          </a:xfrm>
        </p:spPr>
        <p:txBody>
          <a:bodyPr anchor="ctr">
            <a:normAutofit/>
          </a:bodyPr>
          <a:lstStyle/>
          <a:p>
            <a:pPr marL="0" indent="0">
              <a:buNone/>
            </a:pPr>
            <a:r>
              <a:rPr lang="en-US" sz="2400" b="1" i="0" u="none" strike="noStrike" baseline="0" dirty="0"/>
              <a:t>Approval </a:t>
            </a:r>
            <a:endParaRPr lang="en-US" sz="2400" b="0" i="0" u="none" strike="noStrike" baseline="0" dirty="0"/>
          </a:p>
          <a:p>
            <a:r>
              <a:rPr lang="en-US" sz="2400" b="0" i="0" u="none" strike="noStrike" baseline="0" dirty="0"/>
              <a:t>95% of the AI Class are in organizations who openly approve of the use of AI. In contrast, most Skeptics are not in companies that ban AI, but in companies who won’t take a stance on it. </a:t>
            </a:r>
          </a:p>
          <a:p>
            <a:pPr marL="0" indent="0">
              <a:buNone/>
            </a:pPr>
            <a:r>
              <a:rPr lang="en-US" sz="2400" b="1" i="0" u="none" strike="noStrike" baseline="0" dirty="0"/>
              <a:t>Support </a:t>
            </a:r>
            <a:endParaRPr lang="en-US" sz="2400" b="0" i="0" u="none" strike="noStrike" baseline="0" dirty="0"/>
          </a:p>
          <a:p>
            <a:r>
              <a:rPr lang="en-US" sz="2400" b="0" i="0" u="none" strike="noStrike" baseline="0" dirty="0"/>
              <a:t>Only 2% of people who received formal company training remain a Skeptic. 50% of people in the AI class have received formal training. </a:t>
            </a:r>
          </a:p>
          <a:p>
            <a:pPr marL="0" indent="0">
              <a:buNone/>
            </a:pPr>
            <a:r>
              <a:rPr lang="en-US" sz="2400" b="1" i="0" u="none" strike="noStrike" baseline="0" dirty="0"/>
              <a:t>Access </a:t>
            </a:r>
            <a:endParaRPr lang="en-US" sz="2400" b="0" i="0" u="none" strike="noStrike" baseline="0" dirty="0"/>
          </a:p>
          <a:p>
            <a:r>
              <a:rPr lang="en-US" sz="2400" b="0" i="0" u="none" strike="noStrike" baseline="0" dirty="0"/>
              <a:t>The most productive AI users have access to organization- or team-wide LLMs. </a:t>
            </a:r>
            <a:endParaRPr lang="en-US" sz="2400" dirty="0"/>
          </a:p>
        </p:txBody>
      </p:sp>
    </p:spTree>
    <p:extLst>
      <p:ext uri="{BB962C8B-B14F-4D97-AF65-F5344CB8AC3E}">
        <p14:creationId xmlns:p14="http://schemas.microsoft.com/office/powerpoint/2010/main" val="797826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Account Engagement Folder Sharing in Email Template | Greenkey - Jen Kazin">
            <a:extLst>
              <a:ext uri="{FF2B5EF4-FFF2-40B4-BE49-F238E27FC236}">
                <a16:creationId xmlns:a16="http://schemas.microsoft.com/office/drawing/2014/main" id="{C9ED9AF5-C082-8D8C-7A3A-77975E10B3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985" r="5348"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75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194" name="Picture 2" descr="The Complete Guide to Chatbots for Marketing | Sprout Social">
            <a:extLst>
              <a:ext uri="{FF2B5EF4-FFF2-40B4-BE49-F238E27FC236}">
                <a16:creationId xmlns:a16="http://schemas.microsoft.com/office/drawing/2014/main" id="{B1B1C6AD-C49A-5247-4EAC-5773406DBC3F}"/>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b="442"/>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F3A89A20-97A7-77D8-3662-522C004E074C}"/>
              </a:ext>
            </a:extLst>
          </p:cNvPr>
          <p:cNvSpPr>
            <a:spLocks noGrp="1"/>
          </p:cNvSpPr>
          <p:nvPr>
            <p:ph type="title"/>
          </p:nvPr>
        </p:nvSpPr>
        <p:spPr>
          <a:xfrm>
            <a:off x="838200" y="1122362"/>
            <a:ext cx="10515600" cy="2900518"/>
          </a:xfrm>
        </p:spPr>
        <p:txBody>
          <a:bodyPr vert="horz" lIns="91440" tIns="45720" rIns="91440" bIns="45720" rtlCol="0" anchor="b">
            <a:normAutofit/>
          </a:bodyPr>
          <a:lstStyle/>
          <a:p>
            <a:pPr algn="ctr"/>
            <a:r>
              <a:rPr lang="en-US" sz="4400" dirty="0">
                <a:solidFill>
                  <a:srgbClr val="FFFFFF"/>
                </a:solidFill>
              </a:rPr>
              <a:t>Taking Chatbots to the Next Level</a:t>
            </a:r>
          </a:p>
        </p:txBody>
      </p:sp>
    </p:spTree>
    <p:extLst>
      <p:ext uri="{BB962C8B-B14F-4D97-AF65-F5344CB8AC3E}">
        <p14:creationId xmlns:p14="http://schemas.microsoft.com/office/powerpoint/2010/main" val="2471865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96CBB6-8D24-4FA5-A518-D9D878A40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74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8857F7-F05F-4317-9D97-F35571819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chatbot&#10;&#10;Description automatically generated">
            <a:extLst>
              <a:ext uri="{FF2B5EF4-FFF2-40B4-BE49-F238E27FC236}">
                <a16:creationId xmlns:a16="http://schemas.microsoft.com/office/drawing/2014/main" id="{1B19CCA6-3092-A65D-D95C-F92DDCB40C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5929" y="561128"/>
            <a:ext cx="9068369" cy="5735744"/>
          </a:xfrm>
          <a:prstGeom prst="rect">
            <a:avLst/>
          </a:prstGeom>
        </p:spPr>
      </p:pic>
    </p:spTree>
    <p:extLst>
      <p:ext uri="{BB962C8B-B14F-4D97-AF65-F5344CB8AC3E}">
        <p14:creationId xmlns:p14="http://schemas.microsoft.com/office/powerpoint/2010/main" val="3131859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B30AC5-CC37-33CC-57A3-B263540B3094}"/>
              </a:ext>
            </a:extLst>
          </p:cNvPr>
          <p:cNvSpPr>
            <a:spLocks noGrp="1"/>
          </p:cNvSpPr>
          <p:nvPr>
            <p:ph type="title"/>
          </p:nvPr>
        </p:nvSpPr>
        <p:spPr>
          <a:xfrm>
            <a:off x="621030" y="2103437"/>
            <a:ext cx="2213610" cy="1325563"/>
          </a:xfrm>
        </p:spPr>
        <p:txBody>
          <a:bodyPr>
            <a:normAutofit fontScale="90000"/>
          </a:bodyPr>
          <a:lstStyle/>
          <a:p>
            <a:r>
              <a:rPr lang="en-US" dirty="0"/>
              <a:t>Who’s Good at What?</a:t>
            </a:r>
          </a:p>
        </p:txBody>
      </p:sp>
      <p:graphicFrame>
        <p:nvGraphicFramePr>
          <p:cNvPr id="5" name="Object 4">
            <a:extLst>
              <a:ext uri="{FF2B5EF4-FFF2-40B4-BE49-F238E27FC236}">
                <a16:creationId xmlns:a16="http://schemas.microsoft.com/office/drawing/2014/main" id="{5B8BE4EC-D553-ACBB-F4D6-B11716EAC368}"/>
              </a:ext>
            </a:extLst>
          </p:cNvPr>
          <p:cNvGraphicFramePr>
            <a:graphicFrameLocks noChangeAspect="1"/>
          </p:cNvGraphicFramePr>
          <p:nvPr>
            <p:extLst>
              <p:ext uri="{D42A27DB-BD31-4B8C-83A1-F6EECF244321}">
                <p14:modId xmlns:p14="http://schemas.microsoft.com/office/powerpoint/2010/main" val="3908104855"/>
              </p:ext>
            </p:extLst>
          </p:nvPr>
        </p:nvGraphicFramePr>
        <p:xfrm>
          <a:off x="2503170" y="0"/>
          <a:ext cx="9044940" cy="6989271"/>
        </p:xfrm>
        <a:graphic>
          <a:graphicData uri="http://schemas.openxmlformats.org/presentationml/2006/ole">
            <mc:AlternateContent xmlns:mc="http://schemas.openxmlformats.org/markup-compatibility/2006">
              <mc:Choice xmlns:v="urn:schemas-microsoft-com:vml" Requires="v">
                <p:oleObj name="Acrobat Document" r:id="rId3" imgW="5029200" imgH="3886200" progId="Acrobat.Document.DC">
                  <p:embed/>
                </p:oleObj>
              </mc:Choice>
              <mc:Fallback>
                <p:oleObj name="Acrobat Document" r:id="rId3" imgW="5029200" imgH="3886200" progId="Acrobat.Document.DC">
                  <p:embed/>
                  <p:pic>
                    <p:nvPicPr>
                      <p:cNvPr id="0" name=""/>
                      <p:cNvPicPr/>
                      <p:nvPr/>
                    </p:nvPicPr>
                    <p:blipFill>
                      <a:blip r:embed="rId4"/>
                      <a:stretch>
                        <a:fillRect/>
                      </a:stretch>
                    </p:blipFill>
                    <p:spPr>
                      <a:xfrm>
                        <a:off x="2503170" y="0"/>
                        <a:ext cx="9044940" cy="6989271"/>
                      </a:xfrm>
                      <a:prstGeom prst="rect">
                        <a:avLst/>
                      </a:prstGeom>
                    </p:spPr>
                  </p:pic>
                </p:oleObj>
              </mc:Fallback>
            </mc:AlternateContent>
          </a:graphicData>
        </a:graphic>
      </p:graphicFrame>
    </p:spTree>
    <p:extLst>
      <p:ext uri="{BB962C8B-B14F-4D97-AF65-F5344CB8AC3E}">
        <p14:creationId xmlns:p14="http://schemas.microsoft.com/office/powerpoint/2010/main" val="410091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The GIGO (Garbage In, Garbage Out) effect">
            <a:extLst>
              <a:ext uri="{FF2B5EF4-FFF2-40B4-BE49-F238E27FC236}">
                <a16:creationId xmlns:a16="http://schemas.microsoft.com/office/drawing/2014/main" id="{C36AC51C-1DEF-11E7-C440-8F3CF07C0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4428" b="1"/>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77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ED0BA40-92F2-AE74-F958-104866068CE1}"/>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General Prompting Tips</a:t>
            </a:r>
          </a:p>
        </p:txBody>
      </p:sp>
      <p:graphicFrame>
        <p:nvGraphicFramePr>
          <p:cNvPr id="21" name="Content Placeholder 2">
            <a:extLst>
              <a:ext uri="{FF2B5EF4-FFF2-40B4-BE49-F238E27FC236}">
                <a16:creationId xmlns:a16="http://schemas.microsoft.com/office/drawing/2014/main" id="{5C3A27A8-AEE7-FAC3-4C79-DD04B3436147}"/>
              </a:ext>
            </a:extLst>
          </p:cNvPr>
          <p:cNvGraphicFramePr>
            <a:graphicFrameLocks noGrp="1"/>
          </p:cNvGraphicFramePr>
          <p:nvPr>
            <p:ph idx="1"/>
            <p:extLst>
              <p:ext uri="{D42A27DB-BD31-4B8C-83A1-F6EECF244321}">
                <p14:modId xmlns:p14="http://schemas.microsoft.com/office/powerpoint/2010/main" val="345678309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9031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FE3867-BD28-9502-352D-8879F9F07511}"/>
              </a:ext>
            </a:extLst>
          </p:cNvPr>
          <p:cNvSpPr>
            <a:spLocks noGrp="1"/>
          </p:cNvSpPr>
          <p:nvPr>
            <p:ph type="title"/>
          </p:nvPr>
        </p:nvSpPr>
        <p:spPr/>
        <p:txBody>
          <a:bodyPr/>
          <a:lstStyle/>
          <a:p>
            <a:r>
              <a:rPr lang="en-US" dirty="0"/>
              <a:t>Chatbot Prompts to Use</a:t>
            </a:r>
          </a:p>
        </p:txBody>
      </p:sp>
      <p:graphicFrame>
        <p:nvGraphicFramePr>
          <p:cNvPr id="7" name="Content Placeholder 4">
            <a:extLst>
              <a:ext uri="{FF2B5EF4-FFF2-40B4-BE49-F238E27FC236}">
                <a16:creationId xmlns:a16="http://schemas.microsoft.com/office/drawing/2014/main" id="{16B42546-E6C8-EF0D-DEC4-689555D25316}"/>
              </a:ext>
            </a:extLst>
          </p:cNvPr>
          <p:cNvGraphicFramePr>
            <a:graphicFrameLocks noGrp="1"/>
          </p:cNvGraphicFramePr>
          <p:nvPr>
            <p:ph idx="1"/>
            <p:extLst>
              <p:ext uri="{D42A27DB-BD31-4B8C-83A1-F6EECF244321}">
                <p14:modId xmlns:p14="http://schemas.microsoft.com/office/powerpoint/2010/main" val="212626160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454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D896516-18FC-7284-4572-2853476B3F00}"/>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If You Ask It, It Will Come!</a:t>
            </a:r>
          </a:p>
        </p:txBody>
      </p:sp>
      <p:pic>
        <p:nvPicPr>
          <p:cNvPr id="5" name="Picture 4" descr="A screenshot of a computer&#10;&#10;Description automatically generated">
            <a:extLst>
              <a:ext uri="{FF2B5EF4-FFF2-40B4-BE49-F238E27FC236}">
                <a16:creationId xmlns:a16="http://schemas.microsoft.com/office/drawing/2014/main" id="{9E4CBDEA-F5B6-5A6F-B4BA-6E1D567853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0988" y="207579"/>
            <a:ext cx="6799831" cy="6442841"/>
          </a:xfrm>
          <a:prstGeom prst="rect">
            <a:avLst/>
          </a:prstGeom>
        </p:spPr>
      </p:pic>
    </p:spTree>
    <p:extLst>
      <p:ext uri="{BB962C8B-B14F-4D97-AF65-F5344CB8AC3E}">
        <p14:creationId xmlns:p14="http://schemas.microsoft.com/office/powerpoint/2010/main" val="1715265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4289A9-E76E-E5AB-A4B2-EBEE03315FB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Prompt Chaining</a:t>
            </a:r>
          </a:p>
        </p:txBody>
      </p:sp>
      <p:sp>
        <p:nvSpPr>
          <p:cNvPr id="3" name="Content Placeholder 2">
            <a:extLst>
              <a:ext uri="{FF2B5EF4-FFF2-40B4-BE49-F238E27FC236}">
                <a16:creationId xmlns:a16="http://schemas.microsoft.com/office/drawing/2014/main" id="{3A871256-7F4F-0587-8CFD-D2B9B4866E28}"/>
              </a:ext>
            </a:extLst>
          </p:cNvPr>
          <p:cNvSpPr>
            <a:spLocks noGrp="1"/>
          </p:cNvSpPr>
          <p:nvPr>
            <p:ph idx="1"/>
          </p:nvPr>
        </p:nvSpPr>
        <p:spPr>
          <a:xfrm>
            <a:off x="1371599" y="2318196"/>
            <a:ext cx="9724031" cy="4367611"/>
          </a:xfrm>
        </p:spPr>
        <p:txBody>
          <a:bodyPr anchor="ctr">
            <a:normAutofit fontScale="92500"/>
          </a:bodyPr>
          <a:lstStyle/>
          <a:p>
            <a:pPr marL="0" indent="0">
              <a:buNone/>
            </a:pPr>
            <a:r>
              <a:rPr lang="en-US" sz="3000" dirty="0"/>
              <a:t>B</a:t>
            </a:r>
            <a:r>
              <a:rPr lang="en-US" sz="3000" b="0" i="0" dirty="0">
                <a:effectLst/>
              </a:rPr>
              <a:t>reak down complex tasks into a series of interconnected prompts. </a:t>
            </a:r>
          </a:p>
          <a:p>
            <a:pPr marL="0" indent="0">
              <a:buNone/>
            </a:pPr>
            <a:endParaRPr lang="en-US" sz="2000" dirty="0">
              <a:latin typeface="Google Sans"/>
            </a:endParaRPr>
          </a:p>
          <a:p>
            <a:pPr marL="0" indent="0">
              <a:buNone/>
            </a:pPr>
            <a:r>
              <a:rPr lang="en-US" sz="2400" b="0" i="0" dirty="0">
                <a:effectLst/>
              </a:rPr>
              <a:t>Example: Determine Where Social Media Posts Will Be Most Effective</a:t>
            </a:r>
          </a:p>
          <a:p>
            <a:r>
              <a:rPr lang="en-US" sz="2400" b="0" i="0" dirty="0">
                <a:effectLst/>
              </a:rPr>
              <a:t>"List the top three social media platforms popular among [your audience]." </a:t>
            </a:r>
          </a:p>
          <a:p>
            <a:r>
              <a:rPr lang="en-US" sz="2400" b="0" i="0" dirty="0">
                <a:effectLst/>
              </a:rPr>
              <a:t>“Now, for each platform, describe its main features and target audience." </a:t>
            </a:r>
          </a:p>
          <a:p>
            <a:r>
              <a:rPr lang="en-US" sz="2400" b="0" i="0" dirty="0">
                <a:effectLst/>
              </a:rPr>
              <a:t>“Based on the previous prompts, explain how each platform's design might influence user behavior." </a:t>
            </a:r>
          </a:p>
          <a:p>
            <a:r>
              <a:rPr lang="en-US" sz="2400" b="0" i="0" dirty="0">
                <a:effectLst/>
              </a:rPr>
              <a:t>“</a:t>
            </a:r>
            <a:r>
              <a:rPr lang="en-US" sz="2400" dirty="0"/>
              <a:t>Finally, s</a:t>
            </a:r>
            <a:r>
              <a:rPr lang="en-US" sz="2400" b="0" i="0" dirty="0">
                <a:effectLst/>
              </a:rPr>
              <a:t>uggest strategies for marketing [event or product] based on this analysis. Include which social media platform wil</a:t>
            </a:r>
            <a:r>
              <a:rPr lang="en-US" sz="2400" dirty="0"/>
              <a:t>l be the best to post on and provide some sample posts targeting the [event or product].</a:t>
            </a:r>
            <a:r>
              <a:rPr lang="en-US" sz="2400" b="0" i="0" dirty="0">
                <a:effectLst/>
              </a:rPr>
              <a:t>" </a:t>
            </a:r>
          </a:p>
        </p:txBody>
      </p:sp>
    </p:spTree>
    <p:extLst>
      <p:ext uri="{BB962C8B-B14F-4D97-AF65-F5344CB8AC3E}">
        <p14:creationId xmlns:p14="http://schemas.microsoft.com/office/powerpoint/2010/main" val="3412520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053D8-BAF9-10B8-79E1-3F0A0CD69181}"/>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Iterative Refinement</a:t>
            </a:r>
          </a:p>
        </p:txBody>
      </p:sp>
      <p:sp>
        <p:nvSpPr>
          <p:cNvPr id="3" name="Content Placeholder 2">
            <a:extLst>
              <a:ext uri="{FF2B5EF4-FFF2-40B4-BE49-F238E27FC236}">
                <a16:creationId xmlns:a16="http://schemas.microsoft.com/office/drawing/2014/main" id="{E9C3A11D-5900-AF19-C123-52AA3592A113}"/>
              </a:ext>
            </a:extLst>
          </p:cNvPr>
          <p:cNvSpPr>
            <a:spLocks noGrp="1"/>
          </p:cNvSpPr>
          <p:nvPr>
            <p:ph idx="1"/>
          </p:nvPr>
        </p:nvSpPr>
        <p:spPr>
          <a:xfrm>
            <a:off x="1371599" y="2318197"/>
            <a:ext cx="9724031" cy="3683358"/>
          </a:xfrm>
        </p:spPr>
        <p:txBody>
          <a:bodyPr anchor="ctr">
            <a:noAutofit/>
          </a:bodyPr>
          <a:lstStyle/>
          <a:p>
            <a:pPr marL="0" indent="0">
              <a:buNone/>
            </a:pPr>
            <a:r>
              <a:rPr lang="en-US" dirty="0"/>
              <a:t>S</a:t>
            </a:r>
            <a:r>
              <a:rPr lang="en-US" b="0" i="0" dirty="0">
                <a:effectLst/>
              </a:rPr>
              <a:t>tart with a basic prompt and gradually refine it to add depth, detail, and specific focuses. </a:t>
            </a:r>
          </a:p>
          <a:p>
            <a:pPr marL="0" indent="0">
              <a:buNone/>
            </a:pPr>
            <a:r>
              <a:rPr lang="en-US" sz="2400" b="0" i="0" dirty="0">
                <a:effectLst/>
              </a:rPr>
              <a:t>Example: Craft a Compelling Call to Action Initial Prompt: </a:t>
            </a:r>
          </a:p>
          <a:p>
            <a:r>
              <a:rPr lang="en-US" sz="2400" b="0" i="0" dirty="0">
                <a:effectLst/>
              </a:rPr>
              <a:t>"Write </a:t>
            </a:r>
            <a:r>
              <a:rPr lang="en-US" sz="2400" dirty="0"/>
              <a:t>a call-to-action paragraph to get educators to register for [event and organization]</a:t>
            </a:r>
            <a:r>
              <a:rPr lang="en-US" sz="2400" b="0" i="0" dirty="0">
                <a:effectLst/>
              </a:rPr>
              <a:t>." </a:t>
            </a:r>
          </a:p>
          <a:p>
            <a:r>
              <a:rPr lang="en-US" sz="2400" b="0" i="0" dirty="0">
                <a:effectLst/>
              </a:rPr>
              <a:t>Refinement 1: "Rewrite the paragraph, focusing on the value this event will provide for career advancement." </a:t>
            </a:r>
          </a:p>
          <a:p>
            <a:r>
              <a:rPr lang="en-US" sz="2400" b="0" i="0" dirty="0">
                <a:effectLst/>
              </a:rPr>
              <a:t>Refinement 2: "Modify the paragraph to introduce the highlights of the event." </a:t>
            </a:r>
          </a:p>
          <a:p>
            <a:r>
              <a:rPr lang="en-US" sz="2400" b="0" i="0" dirty="0">
                <a:effectLst/>
              </a:rPr>
              <a:t>Refinement 3: "Adjust the tone of the paragraph to create a sense of [excitement and urgency].”</a:t>
            </a:r>
            <a:endParaRPr lang="en-US" sz="2400" dirty="0"/>
          </a:p>
        </p:txBody>
      </p:sp>
    </p:spTree>
    <p:extLst>
      <p:ext uri="{BB962C8B-B14F-4D97-AF65-F5344CB8AC3E}">
        <p14:creationId xmlns:p14="http://schemas.microsoft.com/office/powerpoint/2010/main" val="3628604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CAFFEB-557A-2BCF-1FF6-913196788E35}"/>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Multi-Angle Problem Solving</a:t>
            </a:r>
          </a:p>
        </p:txBody>
      </p:sp>
      <p:sp>
        <p:nvSpPr>
          <p:cNvPr id="3" name="Content Placeholder 2">
            <a:extLst>
              <a:ext uri="{FF2B5EF4-FFF2-40B4-BE49-F238E27FC236}">
                <a16:creationId xmlns:a16="http://schemas.microsoft.com/office/drawing/2014/main" id="{E8F2E258-D721-CEF2-BC27-A8CD384CF1BA}"/>
              </a:ext>
            </a:extLst>
          </p:cNvPr>
          <p:cNvSpPr>
            <a:spLocks noGrp="1"/>
          </p:cNvSpPr>
          <p:nvPr>
            <p:ph idx="1"/>
          </p:nvPr>
        </p:nvSpPr>
        <p:spPr>
          <a:xfrm>
            <a:off x="1371599" y="2318196"/>
            <a:ext cx="9724031" cy="4046977"/>
          </a:xfrm>
        </p:spPr>
        <p:txBody>
          <a:bodyPr anchor="ctr">
            <a:noAutofit/>
          </a:bodyPr>
          <a:lstStyle/>
          <a:p>
            <a:pPr marL="0" indent="0">
              <a:buNone/>
            </a:pPr>
            <a:r>
              <a:rPr lang="en-US" dirty="0"/>
              <a:t>A</a:t>
            </a:r>
            <a:r>
              <a:rPr lang="en-US" b="0" i="0" dirty="0">
                <a:effectLst/>
              </a:rPr>
              <a:t>pproach complex issues from various disciplinary perspectives. </a:t>
            </a:r>
          </a:p>
          <a:p>
            <a:pPr marL="0" indent="0">
              <a:buNone/>
            </a:pPr>
            <a:r>
              <a:rPr lang="en-US" sz="2400" b="0" i="0" dirty="0">
                <a:effectLst/>
              </a:rPr>
              <a:t>Example: Improving High School Education </a:t>
            </a:r>
          </a:p>
          <a:p>
            <a:r>
              <a:rPr lang="en-US" sz="2400" b="0" i="0" dirty="0">
                <a:effectLst/>
              </a:rPr>
              <a:t>Pedagogical Angle: "Discuss modern teaching methodologies that could enhance high school education." </a:t>
            </a:r>
          </a:p>
          <a:p>
            <a:r>
              <a:rPr lang="en-US" sz="2400" b="0" i="0" dirty="0">
                <a:effectLst/>
              </a:rPr>
              <a:t>Technological Angle: "Explain how integrating technology in classrooms could improve learning outcomes." </a:t>
            </a:r>
          </a:p>
          <a:p>
            <a:r>
              <a:rPr lang="en-US" sz="2400" b="0" i="0" dirty="0">
                <a:effectLst/>
              </a:rPr>
              <a:t>Psychological Angle: "Analyze the role of student motivation and mental health in academic performance." </a:t>
            </a:r>
          </a:p>
          <a:p>
            <a:r>
              <a:rPr lang="en-US" sz="2400" b="0" i="0" dirty="0">
                <a:effectLst/>
              </a:rPr>
              <a:t>Sociological Angle: "Examine how socioeconomic factors influence educational opportunities and potential solutions."</a:t>
            </a:r>
            <a:endParaRPr lang="en-US" sz="2400" dirty="0"/>
          </a:p>
        </p:txBody>
      </p:sp>
    </p:spTree>
    <p:extLst>
      <p:ext uri="{BB962C8B-B14F-4D97-AF65-F5344CB8AC3E}">
        <p14:creationId xmlns:p14="http://schemas.microsoft.com/office/powerpoint/2010/main" val="2919308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4C0F79-DC6D-A1ED-12D7-429BFD64B6C2}"/>
              </a:ext>
            </a:extLst>
          </p:cNvPr>
          <p:cNvSpPr>
            <a:spLocks noGrp="1"/>
          </p:cNvSpPr>
          <p:nvPr>
            <p:ph type="title"/>
          </p:nvPr>
        </p:nvSpPr>
        <p:spPr>
          <a:xfrm>
            <a:off x="1136397" y="502021"/>
            <a:ext cx="9688296" cy="1642969"/>
          </a:xfrm>
        </p:spPr>
        <p:txBody>
          <a:bodyPr anchor="b">
            <a:normAutofit/>
          </a:bodyPr>
          <a:lstStyle/>
          <a:p>
            <a:r>
              <a:rPr lang="en-US" sz="4000"/>
              <a:t>Prompt Chains and Bulk Prompting</a:t>
            </a:r>
          </a:p>
        </p:txBody>
      </p:sp>
      <p:sp>
        <p:nvSpPr>
          <p:cNvPr id="3" name="Content Placeholder 2">
            <a:extLst>
              <a:ext uri="{FF2B5EF4-FFF2-40B4-BE49-F238E27FC236}">
                <a16:creationId xmlns:a16="http://schemas.microsoft.com/office/drawing/2014/main" id="{4ACC8347-5A93-CF33-3977-37743FB62DE8}"/>
              </a:ext>
            </a:extLst>
          </p:cNvPr>
          <p:cNvSpPr>
            <a:spLocks noGrp="1"/>
          </p:cNvSpPr>
          <p:nvPr>
            <p:ph idx="1"/>
          </p:nvPr>
        </p:nvSpPr>
        <p:spPr>
          <a:xfrm>
            <a:off x="1136397" y="2418409"/>
            <a:ext cx="9688296" cy="3454358"/>
          </a:xfrm>
        </p:spPr>
        <p:txBody>
          <a:bodyPr anchor="t">
            <a:normAutofit/>
          </a:bodyPr>
          <a:lstStyle/>
          <a:p>
            <a:pPr marL="0" indent="0">
              <a:buNone/>
            </a:pPr>
            <a:r>
              <a:rPr lang="en-US" b="0" i="0" dirty="0">
                <a:effectLst/>
                <a:highlight>
                  <a:srgbClr val="FFFFFF"/>
                </a:highlight>
              </a:rPr>
              <a:t>Prompt chains are sequences of prompts for LLMs that help build context for the AI before having it perform a task. </a:t>
            </a:r>
          </a:p>
          <a:p>
            <a:pPr marL="0" indent="0">
              <a:buNone/>
            </a:pPr>
            <a:endParaRPr lang="en-US" dirty="0">
              <a:highlight>
                <a:srgbClr val="FFFFFF"/>
              </a:highlight>
            </a:endParaRPr>
          </a:p>
          <a:p>
            <a:pPr marL="0" indent="0">
              <a:buNone/>
            </a:pPr>
            <a:r>
              <a:rPr lang="en-US" dirty="0"/>
              <a:t>Advanced users may want to consider using a Chrome extension like </a:t>
            </a:r>
            <a:r>
              <a:rPr lang="en-US" dirty="0">
                <a:hlinkClick r:id="rId3"/>
              </a:rPr>
              <a:t>ChatGPT Que </a:t>
            </a:r>
            <a:r>
              <a:rPr lang="en-US" dirty="0"/>
              <a:t>to save time with longer prompt chains and bulk prompting. ($13.99/lifetime license)</a:t>
            </a:r>
          </a:p>
          <a:p>
            <a:pPr marL="0" indent="0">
              <a:buNone/>
            </a:pPr>
            <a:endParaRPr lang="en-US" dirty="0"/>
          </a:p>
          <a:p>
            <a:pPr marL="0" indent="0">
              <a:buNone/>
            </a:pPr>
            <a:endParaRPr lang="en-US" sz="20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4685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6C15A-54B8-E7A0-1712-02809397E893}"/>
              </a:ext>
            </a:extLst>
          </p:cNvPr>
          <p:cNvSpPr>
            <a:spLocks noGrp="1"/>
          </p:cNvSpPr>
          <p:nvPr>
            <p:ph type="title"/>
          </p:nvPr>
        </p:nvSpPr>
        <p:spPr/>
        <p:txBody>
          <a:bodyPr/>
          <a:lstStyle/>
          <a:p>
            <a:r>
              <a:rPr lang="en-US" dirty="0"/>
              <a:t>Prompt Chain Example: Create a How-To Guide</a:t>
            </a:r>
          </a:p>
        </p:txBody>
      </p:sp>
      <p:sp>
        <p:nvSpPr>
          <p:cNvPr id="3" name="Content Placeholder 2">
            <a:extLst>
              <a:ext uri="{FF2B5EF4-FFF2-40B4-BE49-F238E27FC236}">
                <a16:creationId xmlns:a16="http://schemas.microsoft.com/office/drawing/2014/main" id="{7A2B6813-1DF7-902C-F312-6A1AD6C9E619}"/>
              </a:ext>
            </a:extLst>
          </p:cNvPr>
          <p:cNvSpPr>
            <a:spLocks noGrp="1"/>
          </p:cNvSpPr>
          <p:nvPr>
            <p:ph idx="1"/>
          </p:nvPr>
        </p:nvSpPr>
        <p:spPr>
          <a:xfrm>
            <a:off x="838200" y="1690688"/>
            <a:ext cx="10728960" cy="4950141"/>
          </a:xfrm>
        </p:spPr>
        <p:txBody>
          <a:bodyPr>
            <a:noAutofit/>
          </a:bodyPr>
          <a:lstStyle/>
          <a:p>
            <a:r>
              <a:rPr lang="en-US" sz="1400" dirty="0"/>
              <a:t>TOPIC=[subject of the guide], SKILLLEVEL=[beginner/intermediate/advanced], FORMAT=[blog post/video script/infographic]</a:t>
            </a:r>
          </a:p>
          <a:p>
            <a:r>
              <a:rPr lang="en-US" sz="1400" dirty="0"/>
              <a:t>Research and list the top 5-10 most common questions or pain points people have when learning about or attempting TOPIC. ~ Create an outline for the how-to guide, breaking TOPIC down into 5-7 main steps or sections. Ensure the complexity matches SKILLLEVEL.~ Write an engaging introduction that explains why TOPIC is important or beneficial, and what the reader will learn by the end of the guide.~ For each main step or section:</a:t>
            </a:r>
          </a:p>
          <a:p>
            <a:pPr lvl="1"/>
            <a:r>
              <a:rPr lang="en-US" sz="1400" dirty="0"/>
              <a:t>Provide a clear, concise explanation of what needs to be done.</a:t>
            </a:r>
          </a:p>
          <a:p>
            <a:pPr lvl="1"/>
            <a:r>
              <a:rPr lang="en-US" sz="1400" dirty="0"/>
              <a:t>Include any necessary warnings or preparatory steps.</a:t>
            </a:r>
          </a:p>
          <a:p>
            <a:pPr lvl="1"/>
            <a:r>
              <a:rPr lang="en-US" sz="1400" dirty="0"/>
              <a:t>Offer 2-3 tips or best practices related to this step.</a:t>
            </a:r>
          </a:p>
          <a:p>
            <a:r>
              <a:rPr lang="en-US" sz="1400" dirty="0"/>
              <a:t>If applicable, suggest tools or resources that can help with this step.</a:t>
            </a:r>
          </a:p>
          <a:p>
            <a:r>
              <a:rPr lang="en-US" sz="1400" dirty="0"/>
              <a:t>~ Identify potential challenges or common mistakes related to TOPIC. Create a troubleshooting section addressing these issues with solutions</a:t>
            </a:r>
          </a:p>
          <a:p>
            <a:r>
              <a:rPr lang="en-US" sz="1400" dirty="0"/>
              <a:t>.~ Develop a list of Frequently Asked Questions (FAQs) about TOPIC, complete with clear, concise answers.</a:t>
            </a:r>
          </a:p>
          <a:p>
            <a:r>
              <a:rPr lang="en-US" sz="1400" dirty="0"/>
              <a:t>~ Create a section on "Next Steps" or "Advanced Techniques" for readers who want to go beyond the basics of TOPIC.</a:t>
            </a:r>
          </a:p>
          <a:p>
            <a:r>
              <a:rPr lang="en-US" sz="1400" dirty="0"/>
              <a:t>~ If TOPIC involves any technical terms or jargon, create a glossary defining these terms in simple language.</a:t>
            </a:r>
          </a:p>
          <a:p>
            <a:r>
              <a:rPr lang="en-US" sz="1400" dirty="0"/>
              <a:t>~ Based on FORMAT, suggest appropriate visual aids (e.g., diagrams, screenshots, or video timestamps) to supplement the written content at key points in the guide.</a:t>
            </a:r>
          </a:p>
          <a:p>
            <a:r>
              <a:rPr lang="en-US" sz="1400" dirty="0"/>
              <a:t>~ Write a conclusion that summarizes the key points of the guide and encourages the reader to put their new knowledge into practice.</a:t>
            </a:r>
          </a:p>
          <a:p>
            <a:r>
              <a:rPr lang="en-US" sz="1400" dirty="0"/>
              <a:t>~ Compile all sections into a complete how-to guide formatted appropriately for FORMAT. Include a table of contents if it's a longer piece.</a:t>
            </a:r>
          </a:p>
        </p:txBody>
      </p:sp>
    </p:spTree>
    <p:extLst>
      <p:ext uri="{BB962C8B-B14F-4D97-AF65-F5344CB8AC3E}">
        <p14:creationId xmlns:p14="http://schemas.microsoft.com/office/powerpoint/2010/main" val="3380993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7D4CD-6B54-B500-3566-3193D4600EE5}"/>
              </a:ext>
            </a:extLst>
          </p:cNvPr>
          <p:cNvSpPr>
            <a:spLocks noGrp="1"/>
          </p:cNvSpPr>
          <p:nvPr>
            <p:ph type="title"/>
          </p:nvPr>
        </p:nvSpPr>
        <p:spPr/>
        <p:txBody>
          <a:bodyPr/>
          <a:lstStyle/>
          <a:p>
            <a:r>
              <a:rPr lang="en-US" dirty="0"/>
              <a:t>Prompt Chain Example: Build an SEO-Optimized Blog Post</a:t>
            </a:r>
          </a:p>
        </p:txBody>
      </p:sp>
      <p:sp>
        <p:nvSpPr>
          <p:cNvPr id="3" name="Content Placeholder 2">
            <a:extLst>
              <a:ext uri="{FF2B5EF4-FFF2-40B4-BE49-F238E27FC236}">
                <a16:creationId xmlns:a16="http://schemas.microsoft.com/office/drawing/2014/main" id="{640335F0-BE18-0346-6CD8-3C548D730F06}"/>
              </a:ext>
            </a:extLst>
          </p:cNvPr>
          <p:cNvSpPr>
            <a:spLocks noGrp="1"/>
          </p:cNvSpPr>
          <p:nvPr>
            <p:ph idx="1"/>
          </p:nvPr>
        </p:nvSpPr>
        <p:spPr>
          <a:xfrm>
            <a:off x="838200" y="1825624"/>
            <a:ext cx="10515600" cy="4768215"/>
          </a:xfrm>
        </p:spPr>
        <p:txBody>
          <a:bodyPr>
            <a:normAutofit fontScale="47500" lnSpcReduction="20000"/>
          </a:bodyPr>
          <a:lstStyle/>
          <a:p>
            <a:pPr marL="0" indent="0">
              <a:buNone/>
            </a:pPr>
            <a:r>
              <a:rPr lang="en-US" sz="2900" dirty="0"/>
              <a:t>Research and provide a list of 5 high-volume, low-competition keywords related to selling digital products. Include search volume and keyword difficulty for each.</a:t>
            </a:r>
          </a:p>
          <a:p>
            <a:pPr marL="0" indent="0">
              <a:buNone/>
            </a:pPr>
            <a:r>
              <a:rPr lang="en-US" sz="2900" dirty="0"/>
              <a:t>~Based on the keyword research, generate a compelling blog post title that incorporates the primary keyword.</a:t>
            </a:r>
          </a:p>
          <a:p>
            <a:pPr marL="0" indent="0">
              <a:buNone/>
            </a:pPr>
            <a:r>
              <a:rPr lang="en-US" sz="2900" dirty="0"/>
              <a:t>~Create an outline for the blog post with the following sections: Introduction, [3-5 main content sections based on secondary keywords], Conclusion.</a:t>
            </a:r>
          </a:p>
          <a:p>
            <a:pPr marL="0" indent="0">
              <a:buNone/>
            </a:pPr>
            <a:r>
              <a:rPr lang="en-US" sz="2900" dirty="0"/>
              <a:t>~Write a meta description for the blog post, incorporating the primary keyword and staying within 150-160 characters.</a:t>
            </a:r>
          </a:p>
          <a:p>
            <a:pPr marL="0" indent="0">
              <a:buNone/>
            </a:pPr>
            <a:r>
              <a:rPr lang="en-US" sz="2900" dirty="0"/>
              <a:t>~Write the Introduction section, including the primary keyword in the first paragraph and a clear thesis statement.</a:t>
            </a:r>
          </a:p>
          <a:p>
            <a:pPr marL="0" indent="0">
              <a:buNone/>
            </a:pPr>
            <a:r>
              <a:rPr lang="en-US" sz="2900" dirty="0"/>
              <a:t>~Write Section 1 of the main content, incorporating relevant secondary keywords naturally.</a:t>
            </a:r>
          </a:p>
          <a:p>
            <a:pPr marL="0" indent="0">
              <a:buNone/>
            </a:pPr>
            <a:r>
              <a:rPr lang="en-US" sz="2900" dirty="0"/>
              <a:t>~Write Section 2 of the main content, including relevant statistics or data to support your points.</a:t>
            </a:r>
          </a:p>
          <a:p>
            <a:pPr marL="0" indent="0">
              <a:buNone/>
            </a:pPr>
            <a:r>
              <a:rPr lang="en-US" sz="2900" dirty="0"/>
              <a:t>~Write Section 3 of the main content, addressing common questions or concerns related to the topic.</a:t>
            </a:r>
          </a:p>
          <a:p>
            <a:pPr marL="0" indent="0">
              <a:buNone/>
            </a:pPr>
            <a:r>
              <a:rPr lang="en-US" sz="2900" dirty="0"/>
              <a:t>~[If applicable] </a:t>
            </a:r>
          </a:p>
          <a:p>
            <a:pPr marL="0" indent="0">
              <a:buNone/>
            </a:pPr>
            <a:r>
              <a:rPr lang="en-US" sz="2900" dirty="0"/>
              <a:t>~ Write Sections 4 and 5 of the main content, providing additional value and incorporating remaining secondary keywords.</a:t>
            </a:r>
          </a:p>
          <a:p>
            <a:pPr marL="0" indent="0">
              <a:buNone/>
            </a:pPr>
            <a:r>
              <a:rPr lang="en-US" sz="2900" dirty="0"/>
              <a:t>~Write the Conclusion section, summarizing key points and including a call-to-action.</a:t>
            </a:r>
          </a:p>
          <a:p>
            <a:pPr marL="0" indent="0">
              <a:buNone/>
            </a:pPr>
            <a:r>
              <a:rPr lang="en-US" sz="2900" dirty="0"/>
              <a:t>~Create a list of 5-7 internal and external link suggestions to be incorporated throughout the post.</a:t>
            </a:r>
          </a:p>
          <a:p>
            <a:pPr marL="0" indent="0">
              <a:buNone/>
            </a:pPr>
            <a:r>
              <a:rPr lang="en-US" sz="2900" dirty="0"/>
              <a:t>~Generate 3 options for engaging meta titles, each under 60 characters and including the primary keyword.</a:t>
            </a:r>
          </a:p>
          <a:p>
            <a:pPr marL="0" indent="0">
              <a:buNone/>
            </a:pPr>
            <a:r>
              <a:rPr lang="en-US" sz="2900" dirty="0"/>
              <a:t>~Provide a list of image suggestions for the post, including recommended alt text for each image.</a:t>
            </a:r>
          </a:p>
          <a:p>
            <a:pPr marL="0" indent="0">
              <a:buNone/>
            </a:pPr>
            <a:r>
              <a:rPr lang="en-US" sz="2900" dirty="0"/>
              <a:t>~Create a list of 3-5 related blog post ideas to be used for internal linking.</a:t>
            </a:r>
          </a:p>
        </p:txBody>
      </p:sp>
    </p:spTree>
    <p:extLst>
      <p:ext uri="{BB962C8B-B14F-4D97-AF65-F5344CB8AC3E}">
        <p14:creationId xmlns:p14="http://schemas.microsoft.com/office/powerpoint/2010/main" val="1368905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762477-AD51-F54B-7E02-7D1A7AF708BA}"/>
              </a:ext>
            </a:extLst>
          </p:cNvPr>
          <p:cNvSpPr>
            <a:spLocks noGrp="1"/>
          </p:cNvSpPr>
          <p:nvPr>
            <p:ph type="title"/>
          </p:nvPr>
        </p:nvSpPr>
        <p:spPr>
          <a:xfrm>
            <a:off x="838200" y="196755"/>
            <a:ext cx="10515600" cy="1325563"/>
          </a:xfrm>
        </p:spPr>
        <p:txBody>
          <a:bodyPr>
            <a:normAutofit/>
          </a:bodyPr>
          <a:lstStyle/>
          <a:p>
            <a:r>
              <a:rPr lang="en-US" dirty="0">
                <a:solidFill>
                  <a:srgbClr val="FFFFFF"/>
                </a:solidFill>
              </a:rPr>
              <a:t>Ways Chatbots Can Tailor Output Today</a:t>
            </a:r>
          </a:p>
        </p:txBody>
      </p:sp>
      <p:cxnSp>
        <p:nvCxnSpPr>
          <p:cNvPr id="11" name="Straight Connector 10">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91E5C8A-4082-E61F-FE01-0AC60F8F5EA5}"/>
              </a:ext>
            </a:extLst>
          </p:cNvPr>
          <p:cNvSpPr>
            <a:spLocks noGrp="1"/>
          </p:cNvSpPr>
          <p:nvPr>
            <p:ph sz="half" idx="1"/>
          </p:nvPr>
        </p:nvSpPr>
        <p:spPr>
          <a:xfrm>
            <a:off x="838200" y="1676716"/>
            <a:ext cx="5097780" cy="4364105"/>
          </a:xfrm>
        </p:spPr>
        <p:txBody>
          <a:bodyPr>
            <a:noAutofit/>
          </a:bodyPr>
          <a:lstStyle/>
          <a:p>
            <a:r>
              <a:rPr lang="en-US" sz="1400" dirty="0">
                <a:solidFill>
                  <a:srgbClr val="FFFFFF"/>
                </a:solidFill>
              </a:rPr>
              <a:t>Plain Text: Simple text-based responses that provide information or answer questions.</a:t>
            </a:r>
          </a:p>
          <a:p>
            <a:r>
              <a:rPr lang="en-US" sz="1400" dirty="0">
                <a:solidFill>
                  <a:srgbClr val="FFFFFF"/>
                </a:solidFill>
              </a:rPr>
              <a:t>Rich Text: Text with formatting options such as bold, italics, bullet points, hyperlinks, etc.</a:t>
            </a:r>
          </a:p>
          <a:p>
            <a:r>
              <a:rPr lang="en-US" sz="1400" dirty="0">
                <a:solidFill>
                  <a:srgbClr val="FFFFFF"/>
                </a:solidFill>
              </a:rPr>
              <a:t>Images: Visual representations in response to a request or for clarification, such as diagrams, photos, or illustrations.</a:t>
            </a:r>
          </a:p>
          <a:p>
            <a:r>
              <a:rPr lang="en-US" sz="1400" dirty="0">
                <a:solidFill>
                  <a:srgbClr val="FFFFFF"/>
                </a:solidFill>
              </a:rPr>
              <a:t>Audio: Spoken-word responses or sound clips, useful in voice assistants or for enhancing accessibility.</a:t>
            </a:r>
          </a:p>
          <a:p>
            <a:r>
              <a:rPr lang="en-US" sz="1400" dirty="0">
                <a:solidFill>
                  <a:srgbClr val="FFFFFF"/>
                </a:solidFill>
              </a:rPr>
              <a:t>Video: Short videos or clips that can explain a concept or demonstrate something visually.</a:t>
            </a:r>
          </a:p>
          <a:p>
            <a:r>
              <a:rPr lang="en-US" sz="1400" dirty="0">
                <a:solidFill>
                  <a:srgbClr val="FFFFFF"/>
                </a:solidFill>
              </a:rPr>
              <a:t>Interactive Button: Clickable buttons to guide users through options, selections, or different conversation paths.</a:t>
            </a:r>
          </a:p>
          <a:p>
            <a:r>
              <a:rPr lang="en-US" sz="1400" dirty="0">
                <a:solidFill>
                  <a:srgbClr val="FFFFFF"/>
                </a:solidFill>
              </a:rPr>
              <a:t>Quick Replies: Predefined answer options or suggestions that users can tap to reply quickly.</a:t>
            </a:r>
          </a:p>
          <a:p>
            <a:r>
              <a:rPr lang="en-US" sz="1400" dirty="0">
                <a:solidFill>
                  <a:srgbClr val="FFFFFF"/>
                </a:solidFill>
              </a:rPr>
              <a:t>Carousels: A horizontal scrolling list of images or cards with text, allowing users to browse through multiple options.</a:t>
            </a:r>
          </a:p>
          <a:p>
            <a:r>
              <a:rPr lang="en-US" sz="1400" dirty="0">
                <a:solidFill>
                  <a:srgbClr val="FFFFFF"/>
                </a:solidFill>
              </a:rPr>
              <a:t>Forms: Input fields or interactive forms that collect user information or feedback.</a:t>
            </a:r>
          </a:p>
          <a:p>
            <a:r>
              <a:rPr lang="en-US" sz="1400" dirty="0">
                <a:solidFill>
                  <a:srgbClr val="FFFFFF"/>
                </a:solidFill>
              </a:rPr>
              <a:t>Code Blocks: Structured code snippets or programming examples.</a:t>
            </a:r>
          </a:p>
        </p:txBody>
      </p:sp>
      <p:sp>
        <p:nvSpPr>
          <p:cNvPr id="4" name="Content Placeholder 3">
            <a:extLst>
              <a:ext uri="{FF2B5EF4-FFF2-40B4-BE49-F238E27FC236}">
                <a16:creationId xmlns:a16="http://schemas.microsoft.com/office/drawing/2014/main" id="{B2F7696B-C794-D536-C7D9-F3C8DDEFE686}"/>
              </a:ext>
            </a:extLst>
          </p:cNvPr>
          <p:cNvSpPr>
            <a:spLocks noGrp="1"/>
          </p:cNvSpPr>
          <p:nvPr>
            <p:ph sz="half" idx="2"/>
          </p:nvPr>
        </p:nvSpPr>
        <p:spPr>
          <a:xfrm>
            <a:off x="6256020" y="1676716"/>
            <a:ext cx="5097780" cy="4364106"/>
          </a:xfrm>
        </p:spPr>
        <p:txBody>
          <a:bodyPr>
            <a:noAutofit/>
          </a:bodyPr>
          <a:lstStyle/>
          <a:p>
            <a:r>
              <a:rPr lang="en-US" sz="1400" dirty="0">
                <a:solidFill>
                  <a:srgbClr val="FFFFFF"/>
                </a:solidFill>
              </a:rPr>
              <a:t>Files/Attachments: Downloadable files such as PDFs, Word documents, spreadsheets, or presentations.</a:t>
            </a:r>
          </a:p>
          <a:p>
            <a:r>
              <a:rPr lang="en-US" sz="1400" dirty="0">
                <a:solidFill>
                  <a:srgbClr val="FFFFFF"/>
                </a:solidFill>
              </a:rPr>
              <a:t>Graphs/Charts: Visual data representations such as bar charts, line graphs, or pie charts.</a:t>
            </a:r>
          </a:p>
          <a:p>
            <a:r>
              <a:rPr lang="en-US" sz="1400" dirty="0">
                <a:solidFill>
                  <a:srgbClr val="FFFFFF"/>
                </a:solidFill>
              </a:rPr>
              <a:t>Maps: Location-based responses that include an interactive map or directions.</a:t>
            </a:r>
          </a:p>
          <a:p>
            <a:r>
              <a:rPr lang="en-US" sz="1400" dirty="0">
                <a:solidFill>
                  <a:srgbClr val="FFFFFF"/>
                </a:solidFill>
              </a:rPr>
              <a:t>Emojis: Short responses with emojis to add tone or emotional context to the conversation.</a:t>
            </a:r>
          </a:p>
          <a:p>
            <a:r>
              <a:rPr lang="en-US" sz="1400" dirty="0">
                <a:solidFill>
                  <a:srgbClr val="FFFFFF"/>
                </a:solidFill>
              </a:rPr>
              <a:t>Tables: Structured data in rows and columns, useful for comparing information.</a:t>
            </a:r>
          </a:p>
          <a:p>
            <a:r>
              <a:rPr lang="en-US" sz="1400" dirty="0">
                <a:solidFill>
                  <a:srgbClr val="FFFFFF"/>
                </a:solidFill>
              </a:rPr>
              <a:t>Links: Hyperlinked text or URLs leading to external sources or further reading.</a:t>
            </a:r>
          </a:p>
          <a:p>
            <a:r>
              <a:rPr lang="en-US" sz="1400" dirty="0">
                <a:solidFill>
                  <a:srgbClr val="FFFFFF"/>
                </a:solidFill>
              </a:rPr>
              <a:t>Lists: Ordered or unordered lists to organize information.</a:t>
            </a:r>
          </a:p>
          <a:p>
            <a:r>
              <a:rPr lang="en-US" sz="1400" dirty="0">
                <a:solidFill>
                  <a:srgbClr val="FFFFFF"/>
                </a:solidFill>
              </a:rPr>
              <a:t>GIFs: Short, looping animated images often used to add humor or visual flair to a response.</a:t>
            </a:r>
          </a:p>
          <a:p>
            <a:r>
              <a:rPr lang="en-US" sz="1400" dirty="0">
                <a:solidFill>
                  <a:srgbClr val="FFFFFF"/>
                </a:solidFill>
              </a:rPr>
              <a:t>Cards: Compact responses that combine text, images, buttons, and links in a single interactive element.</a:t>
            </a:r>
          </a:p>
          <a:p>
            <a:r>
              <a:rPr lang="en-US" sz="1400" dirty="0">
                <a:solidFill>
                  <a:srgbClr val="FFFFFF"/>
                </a:solidFill>
              </a:rPr>
              <a:t>Interactives: Short “programs” that can be run by users</a:t>
            </a:r>
          </a:p>
        </p:txBody>
      </p:sp>
    </p:spTree>
    <p:extLst>
      <p:ext uri="{BB962C8B-B14F-4D97-AF65-F5344CB8AC3E}">
        <p14:creationId xmlns:p14="http://schemas.microsoft.com/office/powerpoint/2010/main" val="491270397"/>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1" name="Rectangle 1025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3" name="Rectangle 1025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5" name="Rectangle 1025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learnportwiki14 / Fresh Brain Massage">
            <a:extLst>
              <a:ext uri="{FF2B5EF4-FFF2-40B4-BE49-F238E27FC236}">
                <a16:creationId xmlns:a16="http://schemas.microsoft.com/office/drawing/2014/main" id="{4F4FCF77-9E93-B3A3-0CB4-857CD9C9577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66970" y="124889"/>
            <a:ext cx="8311487" cy="236877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208AF5-FF54-7450-24F0-CA5BCDDAE1AF}"/>
              </a:ext>
            </a:extLst>
          </p:cNvPr>
          <p:cNvSpPr>
            <a:spLocks noGrp="1"/>
          </p:cNvSpPr>
          <p:nvPr>
            <p:ph idx="1"/>
          </p:nvPr>
        </p:nvSpPr>
        <p:spPr>
          <a:xfrm>
            <a:off x="1940256" y="2828260"/>
            <a:ext cx="8332826" cy="2124921"/>
          </a:xfrm>
        </p:spPr>
        <p:txBody>
          <a:bodyPr anchor="ctr">
            <a:noAutofit/>
          </a:bodyPr>
          <a:lstStyle/>
          <a:p>
            <a:pPr marL="0" indent="0">
              <a:buNone/>
            </a:pPr>
            <a:r>
              <a:rPr lang="en-US" sz="1800" dirty="0"/>
              <a:t>Working individually or with a partner, reflect on how your “favorite” chatbot can help you do one task that you currently do better or do a task that you don’t currently do because of time constraints.</a:t>
            </a:r>
          </a:p>
          <a:p>
            <a:r>
              <a:rPr lang="en-US" sz="1800" dirty="0"/>
              <a:t>Using one or more of the new prompt types you’ve learned, think through specifically what you want the chatbot to do for you. Write or type it down. Did you include enough detail? Did you specify the audience? Did you tell it in what format you wanted the output?</a:t>
            </a:r>
          </a:p>
          <a:p>
            <a:r>
              <a:rPr lang="en-US" sz="1800" dirty="0"/>
              <a:t>Enter the prompt into the chatbot and see what results you get. Do you need to fine tune the results? Does it meet your requirements?</a:t>
            </a:r>
          </a:p>
        </p:txBody>
      </p:sp>
    </p:spTree>
    <p:extLst>
      <p:ext uri="{BB962C8B-B14F-4D97-AF65-F5344CB8AC3E}">
        <p14:creationId xmlns:p14="http://schemas.microsoft.com/office/powerpoint/2010/main" val="28490464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E4469908-40F0-48EB-8B29-996548C199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20,734 Use Case Images, Stock Photos, 3D objects, &amp; Vectors | Shutterstock">
            <a:extLst>
              <a:ext uri="{FF2B5EF4-FFF2-40B4-BE49-F238E27FC236}">
                <a16:creationId xmlns:a16="http://schemas.microsoft.com/office/drawing/2014/main" id="{3BC986D5-23E5-FE71-5AF7-C237870A44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616" b="5899"/>
          <a:stretch/>
        </p:blipFill>
        <p:spPr bwMode="auto">
          <a:xfrm>
            <a:off x="20" y="1"/>
            <a:ext cx="12191979" cy="3900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578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6" name="Oval 15">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6" name="Straight Connector 25">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4" name="Straight Connector 33">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6" name="Picture 2" descr="learnportwiki14 / Fresh Brain Massage">
            <a:extLst>
              <a:ext uri="{FF2B5EF4-FFF2-40B4-BE49-F238E27FC236}">
                <a16:creationId xmlns:a16="http://schemas.microsoft.com/office/drawing/2014/main" id="{26F5ABF1-219D-F6F7-AB13-40DB68EA21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1359" y="705266"/>
            <a:ext cx="10843065" cy="3090273"/>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Group 38">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40" name="Straight Connector 39">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Oval 44">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F7F9D2-7BE3-F3E9-A456-3A53A9033B67}"/>
              </a:ext>
            </a:extLst>
          </p:cNvPr>
          <p:cNvSpPr>
            <a:spLocks noGrp="1"/>
          </p:cNvSpPr>
          <p:nvPr>
            <p:ph idx="1"/>
          </p:nvPr>
        </p:nvSpPr>
        <p:spPr>
          <a:xfrm>
            <a:off x="4445000" y="4018143"/>
            <a:ext cx="7029415" cy="2460175"/>
          </a:xfrm>
          <a:noFill/>
        </p:spPr>
        <p:txBody>
          <a:bodyPr anchor="t">
            <a:normAutofit lnSpcReduction="10000"/>
          </a:bodyPr>
          <a:lstStyle/>
          <a:p>
            <a:pPr marL="0" indent="0">
              <a:buNone/>
            </a:pPr>
            <a:r>
              <a:rPr lang="en-US" sz="2400" dirty="0">
                <a:solidFill>
                  <a:schemeClr val="bg1"/>
                </a:solidFill>
              </a:rPr>
              <a:t>Working individually, look over the information on slides 40-49, paying particular attention to the one/ones that match your job role or your current interest. </a:t>
            </a:r>
          </a:p>
          <a:p>
            <a:pPr marL="0" indent="0">
              <a:buNone/>
            </a:pPr>
            <a:r>
              <a:rPr lang="en-US" sz="2400" dirty="0">
                <a:solidFill>
                  <a:schemeClr val="bg1"/>
                </a:solidFill>
              </a:rPr>
              <a:t>Try one of the bulleted items and think about how you could use it. Then try putting it into action by using a chatbot to get a rough outline started.</a:t>
            </a:r>
          </a:p>
          <a:p>
            <a:pPr marL="0" indent="0">
              <a:buNone/>
            </a:pPr>
            <a:endParaRPr lang="en-US" sz="1800" dirty="0">
              <a:solidFill>
                <a:schemeClr val="bg1"/>
              </a:solidFill>
            </a:endParaRPr>
          </a:p>
          <a:p>
            <a:pPr marL="0" indent="0">
              <a:buNone/>
            </a:pPr>
            <a:endParaRPr lang="en-US" sz="1800" dirty="0">
              <a:solidFill>
                <a:schemeClr val="bg1"/>
              </a:solidFill>
            </a:endParaRPr>
          </a:p>
        </p:txBody>
      </p:sp>
    </p:spTree>
    <p:extLst>
      <p:ext uri="{BB962C8B-B14F-4D97-AF65-F5344CB8AC3E}">
        <p14:creationId xmlns:p14="http://schemas.microsoft.com/office/powerpoint/2010/main" val="3966912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174AB-5B58-72D2-8702-DBD2DAFE490D}"/>
              </a:ext>
            </a:extLst>
          </p:cNvPr>
          <p:cNvSpPr>
            <a:spLocks noGrp="1"/>
          </p:cNvSpPr>
          <p:nvPr>
            <p:ph type="title"/>
          </p:nvPr>
        </p:nvSpPr>
        <p:spPr/>
        <p:txBody>
          <a:bodyPr/>
          <a:lstStyle/>
          <a:p>
            <a:r>
              <a:rPr lang="en-US" dirty="0"/>
              <a:t>Questions to Ask Board and Staff</a:t>
            </a:r>
          </a:p>
        </p:txBody>
      </p:sp>
      <p:graphicFrame>
        <p:nvGraphicFramePr>
          <p:cNvPr id="5" name="Content Placeholder 2">
            <a:extLst>
              <a:ext uri="{FF2B5EF4-FFF2-40B4-BE49-F238E27FC236}">
                <a16:creationId xmlns:a16="http://schemas.microsoft.com/office/drawing/2014/main" id="{8BC322CA-9901-5E40-2863-935A15D2CCA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95833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35DBFD-E752-1EDB-63ED-2F52BF499F65}"/>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AI for Member Engagement and Recruitment</a:t>
            </a:r>
          </a:p>
        </p:txBody>
      </p:sp>
      <p:graphicFrame>
        <p:nvGraphicFramePr>
          <p:cNvPr id="5" name="Content Placeholder 2">
            <a:extLst>
              <a:ext uri="{FF2B5EF4-FFF2-40B4-BE49-F238E27FC236}">
                <a16:creationId xmlns:a16="http://schemas.microsoft.com/office/drawing/2014/main" id="{714BA0EB-718F-5726-34AB-5A2F523F0B3A}"/>
              </a:ext>
            </a:extLst>
          </p:cNvPr>
          <p:cNvGraphicFramePr>
            <a:graphicFrameLocks noGrp="1"/>
          </p:cNvGraphicFramePr>
          <p:nvPr>
            <p:ph idx="1"/>
            <p:extLst>
              <p:ext uri="{D42A27DB-BD31-4B8C-83A1-F6EECF244321}">
                <p14:modId xmlns:p14="http://schemas.microsoft.com/office/powerpoint/2010/main" val="226958348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0228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F2B91F-CEF3-0D40-5410-1F323082EA58}"/>
              </a:ext>
            </a:extLst>
          </p:cNvPr>
          <p:cNvSpPr>
            <a:spLocks noGrp="1"/>
          </p:cNvSpPr>
          <p:nvPr>
            <p:ph type="title"/>
          </p:nvPr>
        </p:nvSpPr>
        <p:spPr>
          <a:xfrm>
            <a:off x="804671" y="531545"/>
            <a:ext cx="4977976" cy="1454051"/>
          </a:xfrm>
        </p:spPr>
        <p:txBody>
          <a:bodyPr>
            <a:normAutofit/>
          </a:bodyPr>
          <a:lstStyle/>
          <a:p>
            <a:r>
              <a:rPr lang="en-US" sz="3600" dirty="0">
                <a:solidFill>
                  <a:schemeClr val="tx2"/>
                </a:solidFill>
              </a:rPr>
              <a:t>AI for Marketing and Outreach</a:t>
            </a:r>
          </a:p>
        </p:txBody>
      </p:sp>
      <p:sp>
        <p:nvSpPr>
          <p:cNvPr id="3" name="Content Placeholder 2">
            <a:extLst>
              <a:ext uri="{FF2B5EF4-FFF2-40B4-BE49-F238E27FC236}">
                <a16:creationId xmlns:a16="http://schemas.microsoft.com/office/drawing/2014/main" id="{144C7C86-F7F1-45B0-42B9-BB753705F810}"/>
              </a:ext>
            </a:extLst>
          </p:cNvPr>
          <p:cNvSpPr>
            <a:spLocks noGrp="1"/>
          </p:cNvSpPr>
          <p:nvPr>
            <p:ph idx="1"/>
          </p:nvPr>
        </p:nvSpPr>
        <p:spPr>
          <a:xfrm>
            <a:off x="804671" y="2421682"/>
            <a:ext cx="5769111" cy="3639289"/>
          </a:xfrm>
        </p:spPr>
        <p:txBody>
          <a:bodyPr anchor="ctr">
            <a:noAutofit/>
          </a:bodyPr>
          <a:lstStyle/>
          <a:p>
            <a:r>
              <a:rPr lang="en-US" sz="2400" dirty="0">
                <a:solidFill>
                  <a:schemeClr val="tx2"/>
                </a:solidFill>
              </a:rPr>
              <a:t>AI email campaigns</a:t>
            </a:r>
          </a:p>
          <a:p>
            <a:r>
              <a:rPr lang="en-US" sz="2400" dirty="0">
                <a:solidFill>
                  <a:schemeClr val="tx2"/>
                </a:solidFill>
              </a:rPr>
              <a:t>Social media management with a tool like </a:t>
            </a:r>
            <a:r>
              <a:rPr lang="en-US" sz="2400" dirty="0">
                <a:solidFill>
                  <a:schemeClr val="tx2"/>
                </a:solidFill>
                <a:hlinkClick r:id="rId3"/>
              </a:rPr>
              <a:t>Hootsuite</a:t>
            </a:r>
            <a:endParaRPr lang="en-US" sz="2400" dirty="0">
              <a:solidFill>
                <a:schemeClr val="tx2"/>
              </a:solidFill>
            </a:endParaRPr>
          </a:p>
          <a:p>
            <a:r>
              <a:rPr lang="en-US" sz="2400" dirty="0">
                <a:solidFill>
                  <a:schemeClr val="tx2"/>
                </a:solidFill>
              </a:rPr>
              <a:t>Content personalization with a tool like </a:t>
            </a:r>
            <a:r>
              <a:rPr lang="en-US" sz="2400" dirty="0">
                <a:solidFill>
                  <a:schemeClr val="tx2"/>
                </a:solidFill>
                <a:hlinkClick r:id="rId4"/>
              </a:rPr>
              <a:t>Rasa.io</a:t>
            </a:r>
            <a:r>
              <a:rPr lang="en-US" sz="2400" dirty="0">
                <a:solidFill>
                  <a:schemeClr val="tx2"/>
                </a:solidFill>
              </a:rPr>
              <a:t> or </a:t>
            </a:r>
            <a:r>
              <a:rPr lang="en-US" sz="2400" dirty="0" err="1">
                <a:solidFill>
                  <a:schemeClr val="tx2"/>
                </a:solidFill>
                <a:hlinkClick r:id="rId5"/>
              </a:rPr>
              <a:t>Beehiv</a:t>
            </a:r>
            <a:endParaRPr lang="en-US" sz="2400" dirty="0">
              <a:solidFill>
                <a:schemeClr val="tx2"/>
              </a:solidFill>
            </a:endParaRPr>
          </a:p>
          <a:p>
            <a:r>
              <a:rPr lang="en-US" sz="2400" dirty="0">
                <a:solidFill>
                  <a:schemeClr val="tx2"/>
                </a:solidFill>
              </a:rPr>
              <a:t>Predictive lead scoring</a:t>
            </a:r>
          </a:p>
          <a:p>
            <a:r>
              <a:rPr lang="en-US" sz="2400" dirty="0">
                <a:solidFill>
                  <a:schemeClr val="tx2"/>
                </a:solidFill>
              </a:rPr>
              <a:t>Ai-powered ad targeting and SEO management with a tool like </a:t>
            </a:r>
            <a:r>
              <a:rPr lang="en-US" sz="2400" dirty="0">
                <a:solidFill>
                  <a:schemeClr val="tx2"/>
                </a:solidFill>
                <a:hlinkClick r:id="rId6"/>
              </a:rPr>
              <a:t>Jasper</a:t>
            </a:r>
            <a:endParaRPr lang="en-US" sz="2400" dirty="0">
              <a:solidFill>
                <a:schemeClr val="tx2"/>
              </a:solidFill>
            </a:endParaRPr>
          </a:p>
          <a:p>
            <a:r>
              <a:rPr lang="en-US" sz="2400" dirty="0">
                <a:solidFill>
                  <a:schemeClr val="tx2"/>
                </a:solidFill>
              </a:rPr>
              <a:t>Automated marketing analytics</a:t>
            </a:r>
          </a:p>
          <a:p>
            <a:r>
              <a:rPr lang="en-US" sz="2400" dirty="0">
                <a:solidFill>
                  <a:schemeClr val="tx2"/>
                </a:solidFill>
              </a:rPr>
              <a:t>Content repurposing for social media</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Email">
            <a:extLst>
              <a:ext uri="{FF2B5EF4-FFF2-40B4-BE49-F238E27FC236}">
                <a16:creationId xmlns:a16="http://schemas.microsoft.com/office/drawing/2014/main" id="{F6D3B6F3-15A4-F9BC-7578-901480402D3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611567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ED24-7046-4E9D-9479-4246B9779A45}"/>
              </a:ext>
            </a:extLst>
          </p:cNvPr>
          <p:cNvSpPr>
            <a:spLocks noGrp="1"/>
          </p:cNvSpPr>
          <p:nvPr>
            <p:ph type="title"/>
          </p:nvPr>
        </p:nvSpPr>
        <p:spPr/>
        <p:txBody>
          <a:bodyPr/>
          <a:lstStyle/>
          <a:p>
            <a:r>
              <a:rPr lang="en-US" dirty="0"/>
              <a:t>AI for Event Planning and Management</a:t>
            </a:r>
          </a:p>
        </p:txBody>
      </p:sp>
      <p:graphicFrame>
        <p:nvGraphicFramePr>
          <p:cNvPr id="5" name="Content Placeholder 2">
            <a:extLst>
              <a:ext uri="{FF2B5EF4-FFF2-40B4-BE49-F238E27FC236}">
                <a16:creationId xmlns:a16="http://schemas.microsoft.com/office/drawing/2014/main" id="{8B755679-81E0-66AC-513C-DCA7B82F398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6165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440310-3BCA-BA02-A312-19E5D7D444E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AI for Administrative Automation and Strategic Planning</a:t>
            </a:r>
          </a:p>
        </p:txBody>
      </p:sp>
      <p:sp>
        <p:nvSpPr>
          <p:cNvPr id="3" name="Content Placeholder 2">
            <a:extLst>
              <a:ext uri="{FF2B5EF4-FFF2-40B4-BE49-F238E27FC236}">
                <a16:creationId xmlns:a16="http://schemas.microsoft.com/office/drawing/2014/main" id="{DAB0D5C7-F835-334D-EDBE-D69ED787B5FC}"/>
              </a:ext>
            </a:extLst>
          </p:cNvPr>
          <p:cNvSpPr>
            <a:spLocks noGrp="1"/>
          </p:cNvSpPr>
          <p:nvPr>
            <p:ph idx="1"/>
          </p:nvPr>
        </p:nvSpPr>
        <p:spPr>
          <a:xfrm>
            <a:off x="4810259" y="649480"/>
            <a:ext cx="6555347" cy="5546047"/>
          </a:xfrm>
        </p:spPr>
        <p:txBody>
          <a:bodyPr anchor="ctr">
            <a:normAutofit/>
          </a:bodyPr>
          <a:lstStyle/>
          <a:p>
            <a:r>
              <a:rPr lang="en-US" sz="2400" dirty="0"/>
              <a:t>Simplify report analysis with AI-generated summaries</a:t>
            </a:r>
          </a:p>
          <a:p>
            <a:r>
              <a:rPr lang="en-US" sz="2400" dirty="0"/>
              <a:t>Automated scheduling and calendar management</a:t>
            </a:r>
          </a:p>
          <a:p>
            <a:r>
              <a:rPr lang="en-US" sz="2400" dirty="0"/>
              <a:t>AI-driven financial reporting</a:t>
            </a:r>
          </a:p>
          <a:p>
            <a:r>
              <a:rPr lang="en-US" sz="2400" dirty="0"/>
              <a:t>Intelligent document management</a:t>
            </a:r>
          </a:p>
          <a:p>
            <a:r>
              <a:rPr lang="en-US" sz="2400" dirty="0"/>
              <a:t>Predictive market analysis</a:t>
            </a:r>
          </a:p>
          <a:p>
            <a:r>
              <a:rPr lang="en-US" sz="2400" dirty="0"/>
              <a:t>Scenario planning with AI simulations</a:t>
            </a:r>
          </a:p>
          <a:p>
            <a:r>
              <a:rPr lang="en-US" sz="2400" dirty="0"/>
              <a:t>Automated compliance monitoring</a:t>
            </a:r>
          </a:p>
          <a:p>
            <a:r>
              <a:rPr lang="en-US" sz="2400" dirty="0"/>
              <a:t>AI assisted certification processes</a:t>
            </a:r>
          </a:p>
          <a:p>
            <a:endParaRPr lang="en-US" sz="2000" dirty="0"/>
          </a:p>
        </p:txBody>
      </p:sp>
    </p:spTree>
    <p:extLst>
      <p:ext uri="{BB962C8B-B14F-4D97-AF65-F5344CB8AC3E}">
        <p14:creationId xmlns:p14="http://schemas.microsoft.com/office/powerpoint/2010/main" val="11128209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426DF-AC68-B1CA-3D3D-8E64B9D712E8}"/>
              </a:ext>
            </a:extLst>
          </p:cNvPr>
          <p:cNvSpPr>
            <a:spLocks noGrp="1"/>
          </p:cNvSpPr>
          <p:nvPr>
            <p:ph type="title"/>
          </p:nvPr>
        </p:nvSpPr>
        <p:spPr/>
        <p:txBody>
          <a:bodyPr/>
          <a:lstStyle/>
          <a:p>
            <a:r>
              <a:rPr lang="en-US" dirty="0"/>
              <a:t>AI for Learning Design and Development</a:t>
            </a:r>
          </a:p>
        </p:txBody>
      </p:sp>
      <p:graphicFrame>
        <p:nvGraphicFramePr>
          <p:cNvPr id="5" name="Content Placeholder 2">
            <a:extLst>
              <a:ext uri="{FF2B5EF4-FFF2-40B4-BE49-F238E27FC236}">
                <a16:creationId xmlns:a16="http://schemas.microsoft.com/office/drawing/2014/main" id="{598F2EB7-4F96-2704-C431-483FF5FB4EF9}"/>
              </a:ext>
            </a:extLst>
          </p:cNvPr>
          <p:cNvGraphicFramePr>
            <a:graphicFrameLocks noGrp="1"/>
          </p:cNvGraphicFramePr>
          <p:nvPr>
            <p:ph idx="1"/>
            <p:extLst>
              <p:ext uri="{D42A27DB-BD31-4B8C-83A1-F6EECF244321}">
                <p14:modId xmlns:p14="http://schemas.microsoft.com/office/powerpoint/2010/main" val="124229285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8467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7465CB2-E160-4D8E-B8B3-B7AFCAFC5B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BF79C704-FD27-4BBA-A751-4A80EDB173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2" name="Rectangle 21">
            <a:extLst>
              <a:ext uri="{FF2B5EF4-FFF2-40B4-BE49-F238E27FC236}">
                <a16:creationId xmlns:a16="http://schemas.microsoft.com/office/drawing/2014/main" id="{1A8FFABF-F1A6-4C80-A0A6-29F3162FE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D4C1E4B-EA97-41D4-855C-680107905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5844" y="1110000"/>
            <a:ext cx="10195740" cy="4629235"/>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E44C40D4-0C53-4B38-371A-2717594C71F1}"/>
              </a:ext>
            </a:extLst>
          </p:cNvPr>
          <p:cNvSpPr>
            <a:spLocks noGrp="1"/>
          </p:cNvSpPr>
          <p:nvPr>
            <p:ph type="title"/>
          </p:nvPr>
        </p:nvSpPr>
        <p:spPr>
          <a:xfrm>
            <a:off x="1357793" y="1468583"/>
            <a:ext cx="4074820" cy="3900512"/>
          </a:xfrm>
        </p:spPr>
        <p:txBody>
          <a:bodyPr anchor="t">
            <a:normAutofit/>
          </a:bodyPr>
          <a:lstStyle/>
          <a:p>
            <a:r>
              <a:rPr lang="en-US" sz="4800" dirty="0"/>
              <a:t>AI for Skills-Based Learning</a:t>
            </a:r>
          </a:p>
        </p:txBody>
      </p:sp>
      <p:sp>
        <p:nvSpPr>
          <p:cNvPr id="3" name="Content Placeholder 2">
            <a:extLst>
              <a:ext uri="{FF2B5EF4-FFF2-40B4-BE49-F238E27FC236}">
                <a16:creationId xmlns:a16="http://schemas.microsoft.com/office/drawing/2014/main" id="{2D622F97-C4BE-92A4-524D-B169B307E478}"/>
              </a:ext>
            </a:extLst>
          </p:cNvPr>
          <p:cNvSpPr>
            <a:spLocks noGrp="1"/>
          </p:cNvSpPr>
          <p:nvPr>
            <p:ph idx="1"/>
          </p:nvPr>
        </p:nvSpPr>
        <p:spPr>
          <a:xfrm>
            <a:off x="5794563" y="1468583"/>
            <a:ext cx="5025928" cy="3911679"/>
          </a:xfrm>
        </p:spPr>
        <p:txBody>
          <a:bodyPr anchor="b">
            <a:normAutofit/>
          </a:bodyPr>
          <a:lstStyle/>
          <a:p>
            <a:r>
              <a:rPr lang="en-US" sz="2400" dirty="0"/>
              <a:t>Competency mapping with AI</a:t>
            </a:r>
          </a:p>
          <a:p>
            <a:r>
              <a:rPr lang="en-US" sz="2400" dirty="0"/>
              <a:t>AI-powered microlearning modules</a:t>
            </a:r>
          </a:p>
          <a:p>
            <a:r>
              <a:rPr lang="en-US" sz="2400" dirty="0"/>
              <a:t>AI-driven skill assessment tools</a:t>
            </a:r>
          </a:p>
          <a:p>
            <a:r>
              <a:rPr lang="en-US" sz="2400" dirty="0"/>
              <a:t>Scenario-based learning with AI simulations</a:t>
            </a:r>
          </a:p>
          <a:p>
            <a:r>
              <a:rPr lang="en-US" sz="2400" dirty="0"/>
              <a:t>AI-enhanced peer learning</a:t>
            </a:r>
          </a:p>
          <a:p>
            <a:r>
              <a:rPr lang="en-US" sz="2400" dirty="0"/>
              <a:t>Skill gap analysis</a:t>
            </a:r>
          </a:p>
          <a:p>
            <a:endParaRPr lang="en-US" sz="1800" dirty="0"/>
          </a:p>
        </p:txBody>
      </p:sp>
    </p:spTree>
    <p:extLst>
      <p:ext uri="{BB962C8B-B14F-4D97-AF65-F5344CB8AC3E}">
        <p14:creationId xmlns:p14="http://schemas.microsoft.com/office/powerpoint/2010/main" val="2232647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2ACA7C-7072-5534-1A98-8E55AB375F4D}"/>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AI for Content Accessibility</a:t>
            </a:r>
          </a:p>
        </p:txBody>
      </p:sp>
      <p:graphicFrame>
        <p:nvGraphicFramePr>
          <p:cNvPr id="5" name="Content Placeholder 2">
            <a:extLst>
              <a:ext uri="{FF2B5EF4-FFF2-40B4-BE49-F238E27FC236}">
                <a16:creationId xmlns:a16="http://schemas.microsoft.com/office/drawing/2014/main" id="{467BEAFE-418F-31A8-3BAD-19284CBEBBBB}"/>
              </a:ext>
            </a:extLst>
          </p:cNvPr>
          <p:cNvGraphicFramePr>
            <a:graphicFrameLocks noGrp="1"/>
          </p:cNvGraphicFramePr>
          <p:nvPr>
            <p:ph idx="1"/>
            <p:extLst>
              <p:ext uri="{D42A27DB-BD31-4B8C-83A1-F6EECF244321}">
                <p14:modId xmlns:p14="http://schemas.microsoft.com/office/powerpoint/2010/main" val="278500919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29179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ontent Placeholder 3">
            <a:extLst>
              <a:ext uri="{FF2B5EF4-FFF2-40B4-BE49-F238E27FC236}">
                <a16:creationId xmlns:a16="http://schemas.microsoft.com/office/drawing/2014/main" id="{5EF01650-E9D8-1DBB-65CF-F9DD3972FEAB}"/>
              </a:ext>
            </a:extLst>
          </p:cNvPr>
          <p:cNvGraphicFramePr>
            <a:graphicFrameLocks/>
          </p:cNvGraphicFramePr>
          <p:nvPr>
            <p:extLst>
              <p:ext uri="{D42A27DB-BD31-4B8C-83A1-F6EECF244321}">
                <p14:modId xmlns:p14="http://schemas.microsoft.com/office/powerpoint/2010/main" val="2149155082"/>
              </p:ext>
            </p:extLst>
          </p:nvPr>
        </p:nvGraphicFramePr>
        <p:xfrm>
          <a:off x="457200" y="558800"/>
          <a:ext cx="11277601" cy="5943601"/>
        </p:xfrm>
        <a:graphic>
          <a:graphicData uri="http://schemas.openxmlformats.org/drawingml/2006/table">
            <a:tbl>
              <a:tblPr firstRow="1" bandRow="1">
                <a:tableStyleId>{5C22544A-7EE6-4342-B048-85BDC9FD1C3A}</a:tableStyleId>
              </a:tblPr>
              <a:tblGrid>
                <a:gridCol w="2938095">
                  <a:extLst>
                    <a:ext uri="{9D8B030D-6E8A-4147-A177-3AD203B41FA5}">
                      <a16:colId xmlns:a16="http://schemas.microsoft.com/office/drawing/2014/main" val="2648244460"/>
                    </a:ext>
                  </a:extLst>
                </a:gridCol>
                <a:gridCol w="4081376">
                  <a:extLst>
                    <a:ext uri="{9D8B030D-6E8A-4147-A177-3AD203B41FA5}">
                      <a16:colId xmlns:a16="http://schemas.microsoft.com/office/drawing/2014/main" val="1143675665"/>
                    </a:ext>
                  </a:extLst>
                </a:gridCol>
                <a:gridCol w="4258130">
                  <a:extLst>
                    <a:ext uri="{9D8B030D-6E8A-4147-A177-3AD203B41FA5}">
                      <a16:colId xmlns:a16="http://schemas.microsoft.com/office/drawing/2014/main" val="2200390609"/>
                    </a:ext>
                  </a:extLst>
                </a:gridCol>
              </a:tblGrid>
              <a:tr h="411193">
                <a:tc>
                  <a:txBody>
                    <a:bodyPr/>
                    <a:lstStyle/>
                    <a:p>
                      <a:r>
                        <a:rPr lang="en-US" sz="1800">
                          <a:latin typeface="+mn-lt"/>
                        </a:rPr>
                        <a:t>Topic</a:t>
                      </a:r>
                    </a:p>
                  </a:txBody>
                  <a:tcPr marL="74949" marR="74949" marT="37474" marB="37474"/>
                </a:tc>
                <a:tc>
                  <a:txBody>
                    <a:bodyPr/>
                    <a:lstStyle/>
                    <a:p>
                      <a:r>
                        <a:rPr lang="en-US" sz="1800">
                          <a:latin typeface="+mn-lt"/>
                        </a:rPr>
                        <a:t>Purpose</a:t>
                      </a:r>
                    </a:p>
                  </a:txBody>
                  <a:tcPr marL="74949" marR="74949" marT="37474" marB="37474"/>
                </a:tc>
                <a:tc>
                  <a:txBody>
                    <a:bodyPr/>
                    <a:lstStyle/>
                    <a:p>
                      <a:r>
                        <a:rPr lang="en-US" sz="1800">
                          <a:latin typeface="+mn-lt"/>
                        </a:rPr>
                        <a:t>AI Tools</a:t>
                      </a:r>
                    </a:p>
                  </a:txBody>
                  <a:tcPr marL="74949" marR="74949" marT="37474" marB="37474"/>
                </a:tc>
                <a:extLst>
                  <a:ext uri="{0D108BD9-81ED-4DB2-BD59-A6C34878D82A}">
                    <a16:rowId xmlns:a16="http://schemas.microsoft.com/office/drawing/2014/main" val="1974202646"/>
                  </a:ext>
                </a:extLst>
              </a:tr>
              <a:tr h="691551">
                <a:tc>
                  <a:txBody>
                    <a:bodyPr/>
                    <a:lstStyle/>
                    <a:p>
                      <a:r>
                        <a:rPr lang="en-US" sz="1800">
                          <a:latin typeface="+mn-lt"/>
                        </a:rPr>
                        <a:t>AI in Email Management</a:t>
                      </a:r>
                    </a:p>
                  </a:txBody>
                  <a:tcPr marL="74949" marR="74949" marT="37474" marB="37474"/>
                </a:tc>
                <a:tc>
                  <a:txBody>
                    <a:bodyPr/>
                    <a:lstStyle/>
                    <a:p>
                      <a:r>
                        <a:rPr lang="en-US" sz="1800" b="0" i="0" kern="1200">
                          <a:solidFill>
                            <a:schemeClr val="dk1"/>
                          </a:solidFill>
                          <a:effectLst/>
                          <a:latin typeface="+mn-lt"/>
                          <a:ea typeface="+mn-ea"/>
                          <a:cs typeface="+mn-cs"/>
                        </a:rPr>
                        <a:t>Automate sorting, prioritizing, and responding to emails</a:t>
                      </a:r>
                      <a:endParaRPr lang="en-US" sz="1800">
                        <a:latin typeface="+mn-lt"/>
                      </a:endParaRPr>
                    </a:p>
                  </a:txBody>
                  <a:tcPr marL="74949" marR="74949" marT="37474" marB="37474"/>
                </a:tc>
                <a:tc>
                  <a:txBody>
                    <a:bodyPr/>
                    <a:lstStyle/>
                    <a:p>
                      <a:r>
                        <a:rPr lang="en-US" sz="1800" kern="1200">
                          <a:solidFill>
                            <a:schemeClr val="dk1"/>
                          </a:solidFill>
                          <a:effectLst/>
                          <a:latin typeface="+mn-lt"/>
                          <a:ea typeface="+mn-ea"/>
                          <a:cs typeface="+mn-cs"/>
                          <a:hlinkClick r:id="rId3"/>
                        </a:rPr>
                        <a:t>SaneBox</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4"/>
                        </a:rPr>
                        <a:t>Smartwriter 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5"/>
                        </a:rPr>
                        <a:t>Front</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6"/>
                        </a:rPr>
                        <a:t>Hiver</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7"/>
                        </a:rPr>
                        <a:t>Help Scout</a:t>
                      </a:r>
                      <a:endParaRPr lang="en-US" sz="1800">
                        <a:latin typeface="+mn-lt"/>
                      </a:endParaRPr>
                    </a:p>
                  </a:txBody>
                  <a:tcPr marL="74949" marR="74949" marT="37474" marB="37474"/>
                </a:tc>
                <a:extLst>
                  <a:ext uri="{0D108BD9-81ED-4DB2-BD59-A6C34878D82A}">
                    <a16:rowId xmlns:a16="http://schemas.microsoft.com/office/drawing/2014/main" val="2771406550"/>
                  </a:ext>
                </a:extLst>
              </a:tr>
              <a:tr h="691551">
                <a:tc>
                  <a:txBody>
                    <a:bodyPr/>
                    <a:lstStyle/>
                    <a:p>
                      <a:endParaRPr lang="en-US" sz="1800">
                        <a:latin typeface="+mn-lt"/>
                      </a:endParaRPr>
                    </a:p>
                  </a:txBody>
                  <a:tcPr marL="74949" marR="74949" marT="37474" marB="37474"/>
                </a:tc>
                <a:tc>
                  <a:txBody>
                    <a:bodyPr/>
                    <a:lstStyle/>
                    <a:p>
                      <a:r>
                        <a:rPr lang="en-US" sz="1800" b="0" i="0" kern="1200">
                          <a:solidFill>
                            <a:schemeClr val="dk1"/>
                          </a:solidFill>
                          <a:effectLst/>
                          <a:latin typeface="+mn-lt"/>
                          <a:ea typeface="+mn-ea"/>
                          <a:cs typeface="+mn-cs"/>
                        </a:rPr>
                        <a:t>Decrease response time and increase accuracy.</a:t>
                      </a:r>
                      <a:endParaRPr lang="en-US" sz="1800">
                        <a:latin typeface="+mn-lt"/>
                      </a:endParaRPr>
                    </a:p>
                  </a:txBody>
                  <a:tcPr marL="74949" marR="74949" marT="37474" marB="37474"/>
                </a:tc>
                <a:tc>
                  <a:txBody>
                    <a:bodyPr/>
                    <a:lstStyle/>
                    <a:p>
                      <a:r>
                        <a:rPr lang="en-US" sz="1800" kern="1200">
                          <a:solidFill>
                            <a:schemeClr val="dk1"/>
                          </a:solidFill>
                          <a:effectLst/>
                          <a:latin typeface="+mn-lt"/>
                          <a:ea typeface="+mn-ea"/>
                          <a:cs typeface="+mn-cs"/>
                          <a:hlinkClick r:id="rId8"/>
                        </a:rPr>
                        <a:t>EmailAnalytics</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9"/>
                        </a:rPr>
                        <a:t>Clean Email</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10"/>
                        </a:rPr>
                        <a:t>Zoho Desk</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11"/>
                        </a:rPr>
                        <a:t>Zendesk</a:t>
                      </a:r>
                      <a:endParaRPr lang="en-US" sz="1800">
                        <a:latin typeface="+mn-lt"/>
                      </a:endParaRPr>
                    </a:p>
                  </a:txBody>
                  <a:tcPr marL="74949" marR="74949" marT="37474" marB="37474"/>
                </a:tc>
                <a:extLst>
                  <a:ext uri="{0D108BD9-81ED-4DB2-BD59-A6C34878D82A}">
                    <a16:rowId xmlns:a16="http://schemas.microsoft.com/office/drawing/2014/main" val="118147797"/>
                  </a:ext>
                </a:extLst>
              </a:tr>
              <a:tr h="691551">
                <a:tc>
                  <a:txBody>
                    <a:bodyPr/>
                    <a:lstStyle/>
                    <a:p>
                      <a:r>
                        <a:rPr lang="en-US" sz="1800" b="0" i="0" kern="1200">
                          <a:solidFill>
                            <a:schemeClr val="dk1"/>
                          </a:solidFill>
                          <a:effectLst/>
                          <a:latin typeface="+mn-lt"/>
                          <a:ea typeface="+mn-ea"/>
                          <a:cs typeface="+mn-cs"/>
                        </a:rPr>
                        <a:t>AI in Chat Operations</a:t>
                      </a:r>
                      <a:endParaRPr lang="en-US" sz="1800">
                        <a:latin typeface="+mn-lt"/>
                      </a:endParaRPr>
                    </a:p>
                  </a:txBody>
                  <a:tcPr marL="74949" marR="74949" marT="37474" marB="37474"/>
                </a:tc>
                <a:tc>
                  <a:txBody>
                    <a:bodyPr/>
                    <a:lstStyle/>
                    <a:p>
                      <a:r>
                        <a:rPr lang="en-US" sz="1800" b="0" i="0" kern="1200">
                          <a:solidFill>
                            <a:schemeClr val="dk1"/>
                          </a:solidFill>
                          <a:effectLst/>
                          <a:latin typeface="+mn-lt"/>
                          <a:ea typeface="+mn-ea"/>
                          <a:cs typeface="+mn-cs"/>
                        </a:rPr>
                        <a:t>Handle high volume of interactions and provide personalized responses</a:t>
                      </a:r>
                      <a:endParaRPr lang="en-US" sz="1800">
                        <a:latin typeface="+mn-lt"/>
                      </a:endParaRPr>
                    </a:p>
                  </a:txBody>
                  <a:tcPr marL="74949" marR="74949" marT="37474" marB="37474"/>
                </a:tc>
                <a:tc>
                  <a:txBody>
                    <a:bodyPr/>
                    <a:lstStyle/>
                    <a:p>
                      <a:r>
                        <a:rPr lang="en-US" sz="1800" kern="1200" dirty="0">
                          <a:solidFill>
                            <a:schemeClr val="dk1"/>
                          </a:solidFill>
                          <a:effectLst/>
                          <a:latin typeface="+mn-lt"/>
                          <a:ea typeface="+mn-ea"/>
                          <a:cs typeface="+mn-cs"/>
                          <a:hlinkClick r:id="rId12"/>
                        </a:rPr>
                        <a:t>Intercom</a:t>
                      </a:r>
                      <a:r>
                        <a:rPr lang="en-US" sz="1800" b="0" i="0"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hlinkClick r:id="rId13"/>
                        </a:rPr>
                        <a:t>Olark</a:t>
                      </a:r>
                      <a:r>
                        <a:rPr lang="en-US" sz="1800" b="0" i="0"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hlinkClick r:id="rId14"/>
                        </a:rPr>
                        <a:t>Botpress</a:t>
                      </a:r>
                      <a:r>
                        <a:rPr lang="en-US" sz="1800" b="0" i="0"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hlinkClick r:id="rId15"/>
                        </a:rPr>
                        <a:t>Kore.ai</a:t>
                      </a:r>
                      <a:r>
                        <a:rPr lang="en-US" sz="1800" b="0" i="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hlinkClick r:id="rId16"/>
                        </a:rPr>
                        <a:t>Dialogflow</a:t>
                      </a:r>
                      <a:endParaRPr lang="en-US" sz="1800" dirty="0">
                        <a:latin typeface="+mn-lt"/>
                      </a:endParaRPr>
                    </a:p>
                  </a:txBody>
                  <a:tcPr marL="74949" marR="74949" marT="37474" marB="37474"/>
                </a:tc>
                <a:extLst>
                  <a:ext uri="{0D108BD9-81ED-4DB2-BD59-A6C34878D82A}">
                    <a16:rowId xmlns:a16="http://schemas.microsoft.com/office/drawing/2014/main" val="484206363"/>
                  </a:ext>
                </a:extLst>
              </a:tr>
              <a:tr h="691551">
                <a:tc>
                  <a:txBody>
                    <a:bodyPr/>
                    <a:lstStyle/>
                    <a:p>
                      <a:endParaRPr lang="en-US" sz="1800">
                        <a:latin typeface="+mn-lt"/>
                      </a:endParaRPr>
                    </a:p>
                  </a:txBody>
                  <a:tcPr marL="74949" marR="74949" marT="37474" marB="37474"/>
                </a:tc>
                <a:tc>
                  <a:txBody>
                    <a:bodyPr/>
                    <a:lstStyle/>
                    <a:p>
                      <a:r>
                        <a:rPr lang="en-US" sz="1800" b="0" i="0" kern="1200">
                          <a:solidFill>
                            <a:schemeClr val="dk1"/>
                          </a:solidFill>
                          <a:effectLst/>
                          <a:latin typeface="+mn-lt"/>
                          <a:ea typeface="+mn-ea"/>
                          <a:cs typeface="+mn-cs"/>
                        </a:rPr>
                        <a:t>Enhance accessibility and efficiency for 24/7 availability</a:t>
                      </a:r>
                      <a:endParaRPr lang="en-US" sz="1800">
                        <a:latin typeface="+mn-lt"/>
                      </a:endParaRPr>
                    </a:p>
                  </a:txBody>
                  <a:tcPr marL="74949" marR="74949" marT="37474" marB="37474"/>
                </a:tc>
                <a:tc>
                  <a:txBody>
                    <a:bodyPr/>
                    <a:lstStyle/>
                    <a:p>
                      <a:r>
                        <a:rPr lang="en-US" sz="1800" kern="1200">
                          <a:solidFill>
                            <a:schemeClr val="dk1"/>
                          </a:solidFill>
                          <a:effectLst/>
                          <a:latin typeface="+mn-lt"/>
                          <a:ea typeface="+mn-ea"/>
                          <a:cs typeface="+mn-cs"/>
                          <a:hlinkClick r:id="rId17"/>
                        </a:rPr>
                        <a:t>Amazon Lex</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18"/>
                        </a:rPr>
                        <a:t>UChat</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19"/>
                        </a:rPr>
                        <a:t>SAP Conversational 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0"/>
                        </a:rPr>
                        <a:t>Yellow.ai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1"/>
                        </a:rPr>
                        <a:t>Gupshup</a:t>
                      </a:r>
                      <a:endParaRPr lang="en-US" sz="1800">
                        <a:latin typeface="+mn-lt"/>
                      </a:endParaRPr>
                    </a:p>
                  </a:txBody>
                  <a:tcPr marL="74949" marR="74949" marT="37474" marB="37474"/>
                </a:tc>
                <a:extLst>
                  <a:ext uri="{0D108BD9-81ED-4DB2-BD59-A6C34878D82A}">
                    <a16:rowId xmlns:a16="http://schemas.microsoft.com/office/drawing/2014/main" val="1468742339"/>
                  </a:ext>
                </a:extLst>
              </a:tr>
              <a:tr h="691551">
                <a:tc>
                  <a:txBody>
                    <a:bodyPr/>
                    <a:lstStyle/>
                    <a:p>
                      <a:r>
                        <a:rPr lang="en-US" sz="1800" b="0" i="0" kern="1200">
                          <a:solidFill>
                            <a:schemeClr val="dk1"/>
                          </a:solidFill>
                          <a:effectLst/>
                          <a:latin typeface="+mn-lt"/>
                          <a:ea typeface="+mn-ea"/>
                          <a:cs typeface="+mn-cs"/>
                        </a:rPr>
                        <a:t>AI in Note Taking</a:t>
                      </a:r>
                      <a:endParaRPr lang="en-US" sz="1800">
                        <a:latin typeface="+mn-lt"/>
                      </a:endParaRPr>
                    </a:p>
                  </a:txBody>
                  <a:tcPr marL="74949" marR="74949" marT="37474" marB="37474"/>
                </a:tc>
                <a:tc>
                  <a:txBody>
                    <a:bodyPr/>
                    <a:lstStyle/>
                    <a:p>
                      <a:r>
                        <a:rPr lang="en-US" sz="1800" b="0" i="0" kern="1200">
                          <a:solidFill>
                            <a:schemeClr val="dk1"/>
                          </a:solidFill>
                          <a:effectLst/>
                          <a:latin typeface="+mn-lt"/>
                          <a:ea typeface="+mn-ea"/>
                          <a:cs typeface="+mn-cs"/>
                        </a:rPr>
                        <a:t>Automatically transcribe, highlight, and summarize key points</a:t>
                      </a:r>
                      <a:endParaRPr lang="en-US" sz="1800">
                        <a:latin typeface="+mn-lt"/>
                      </a:endParaRPr>
                    </a:p>
                  </a:txBody>
                  <a:tcPr marL="74949" marR="74949" marT="37474" marB="37474"/>
                </a:tc>
                <a:tc>
                  <a:txBody>
                    <a:bodyPr/>
                    <a:lstStyle/>
                    <a:p>
                      <a:r>
                        <a:rPr lang="en-US" sz="1800" kern="1200">
                          <a:solidFill>
                            <a:schemeClr val="dk1"/>
                          </a:solidFill>
                          <a:effectLst/>
                          <a:latin typeface="+mn-lt"/>
                          <a:ea typeface="+mn-ea"/>
                          <a:cs typeface="+mn-cs"/>
                          <a:hlinkClick r:id="rId22"/>
                        </a:rPr>
                        <a:t>Otter.ai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3"/>
                        </a:rPr>
                        <a:t>Notta</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4"/>
                        </a:rPr>
                        <a:t>Gong</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5"/>
                        </a:rPr>
                        <a:t>Fathom</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6"/>
                        </a:rPr>
                        <a:t>Fireflies.ai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7"/>
                        </a:rPr>
                        <a:t>Read.ai</a:t>
                      </a:r>
                      <a:endParaRPr lang="en-US" sz="1800">
                        <a:latin typeface="+mn-lt"/>
                      </a:endParaRPr>
                    </a:p>
                  </a:txBody>
                  <a:tcPr marL="74949" marR="74949" marT="37474" marB="37474"/>
                </a:tc>
                <a:extLst>
                  <a:ext uri="{0D108BD9-81ED-4DB2-BD59-A6C34878D82A}">
                    <a16:rowId xmlns:a16="http://schemas.microsoft.com/office/drawing/2014/main" val="2414921252"/>
                  </a:ext>
                </a:extLst>
              </a:tr>
              <a:tr h="691551">
                <a:tc>
                  <a:txBody>
                    <a:bodyPr/>
                    <a:lstStyle/>
                    <a:p>
                      <a:endParaRPr lang="en-US" sz="1800">
                        <a:latin typeface="+mn-lt"/>
                      </a:endParaRPr>
                    </a:p>
                  </a:txBody>
                  <a:tcPr marL="74949" marR="74949" marT="37474" marB="37474"/>
                </a:tc>
                <a:tc>
                  <a:txBody>
                    <a:bodyPr/>
                    <a:lstStyle/>
                    <a:p>
                      <a:r>
                        <a:rPr lang="en-US" sz="1800" b="0" i="0" kern="1200">
                          <a:solidFill>
                            <a:schemeClr val="dk1"/>
                          </a:solidFill>
                          <a:effectLst/>
                          <a:latin typeface="+mn-lt"/>
                          <a:ea typeface="+mn-ea"/>
                          <a:cs typeface="+mn-cs"/>
                        </a:rPr>
                        <a:t>Integrate with digital tools for enhanced collaboration</a:t>
                      </a:r>
                      <a:endParaRPr lang="en-US" sz="1800">
                        <a:latin typeface="+mn-lt"/>
                      </a:endParaRPr>
                    </a:p>
                  </a:txBody>
                  <a:tcPr marL="74949" marR="74949" marT="37474" marB="37474"/>
                </a:tc>
                <a:tc>
                  <a:txBody>
                    <a:bodyPr/>
                    <a:lstStyle/>
                    <a:p>
                      <a:r>
                        <a:rPr lang="en-US" sz="1800" kern="1200">
                          <a:solidFill>
                            <a:schemeClr val="dk1"/>
                          </a:solidFill>
                          <a:effectLst/>
                          <a:latin typeface="+mn-lt"/>
                          <a:ea typeface="+mn-ea"/>
                          <a:cs typeface="+mn-cs"/>
                          <a:hlinkClick r:id="rId28"/>
                        </a:rPr>
                        <a:t>Chorus</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29"/>
                        </a:rPr>
                        <a:t>Notion 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30"/>
                        </a:rPr>
                        <a:t>Reflect</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31"/>
                        </a:rPr>
                        <a:t>Mem</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32"/>
                        </a:rPr>
                        <a:t>Taskade</a:t>
                      </a:r>
                      <a:endParaRPr lang="en-US" sz="1800">
                        <a:latin typeface="+mn-lt"/>
                      </a:endParaRPr>
                    </a:p>
                  </a:txBody>
                  <a:tcPr marL="74949" marR="74949" marT="37474" marB="37474"/>
                </a:tc>
                <a:extLst>
                  <a:ext uri="{0D108BD9-81ED-4DB2-BD59-A6C34878D82A}">
                    <a16:rowId xmlns:a16="http://schemas.microsoft.com/office/drawing/2014/main" val="2656980097"/>
                  </a:ext>
                </a:extLst>
              </a:tr>
              <a:tr h="691551">
                <a:tc>
                  <a:txBody>
                    <a:bodyPr/>
                    <a:lstStyle/>
                    <a:p>
                      <a:r>
                        <a:rPr lang="en-US" sz="1800">
                          <a:latin typeface="+mn-lt"/>
                        </a:rPr>
                        <a:t>Enhancing Creativity with AI</a:t>
                      </a:r>
                    </a:p>
                  </a:txBody>
                  <a:tcPr marL="74949" marR="74949" marT="37474" marB="37474"/>
                </a:tc>
                <a:tc>
                  <a:txBody>
                    <a:bodyPr/>
                    <a:lstStyle/>
                    <a:p>
                      <a:r>
                        <a:rPr lang="en-US" sz="1800" b="0" i="0" kern="1200">
                          <a:solidFill>
                            <a:schemeClr val="dk1"/>
                          </a:solidFill>
                          <a:effectLst/>
                          <a:latin typeface="+mn-lt"/>
                          <a:ea typeface="+mn-ea"/>
                          <a:cs typeface="+mn-cs"/>
                        </a:rPr>
                        <a:t>Assist in creative processes by suggesting ideas and creating content</a:t>
                      </a:r>
                      <a:endParaRPr lang="en-US" sz="1800">
                        <a:latin typeface="+mn-lt"/>
                      </a:endParaRPr>
                    </a:p>
                  </a:txBody>
                  <a:tcPr marL="74949" marR="74949" marT="37474" marB="37474"/>
                </a:tc>
                <a:tc>
                  <a:txBody>
                    <a:bodyPr/>
                    <a:lstStyle/>
                    <a:p>
                      <a:r>
                        <a:rPr lang="en-US" sz="1800" kern="1200">
                          <a:solidFill>
                            <a:schemeClr val="dk1"/>
                          </a:solidFill>
                          <a:effectLst/>
                          <a:latin typeface="+mn-lt"/>
                          <a:ea typeface="+mn-ea"/>
                          <a:cs typeface="+mn-cs"/>
                          <a:hlinkClick r:id="rId33"/>
                        </a:rPr>
                        <a:t>Adobe Firefly</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34"/>
                        </a:rPr>
                        <a:t>Runaway AI Tools</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35"/>
                        </a:rPr>
                        <a:t>Copy.ai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36"/>
                        </a:rPr>
                        <a:t>Jasper AI</a:t>
                      </a:r>
                      <a:r>
                        <a:rPr lang="en-US" sz="1800" b="0" i="0" kern="1200">
                          <a:solidFill>
                            <a:schemeClr val="dk1"/>
                          </a:solidFill>
                          <a:effectLst/>
                          <a:latin typeface="+mn-lt"/>
                          <a:ea typeface="+mn-ea"/>
                          <a:cs typeface="+mn-cs"/>
                        </a:rPr>
                        <a:t>, </a:t>
                      </a:r>
                      <a:r>
                        <a:rPr lang="en-US" sz="1800" kern="1200">
                          <a:solidFill>
                            <a:schemeClr val="dk1"/>
                          </a:solidFill>
                          <a:effectLst/>
                          <a:latin typeface="+mn-lt"/>
                          <a:ea typeface="+mn-ea"/>
                          <a:cs typeface="+mn-cs"/>
                          <a:hlinkClick r:id="rId37"/>
                        </a:rPr>
                        <a:t>Writesonic</a:t>
                      </a:r>
                      <a:endParaRPr lang="en-US" sz="1800">
                        <a:latin typeface="+mn-lt"/>
                      </a:endParaRPr>
                    </a:p>
                  </a:txBody>
                  <a:tcPr marL="74949" marR="74949" marT="37474" marB="37474"/>
                </a:tc>
                <a:extLst>
                  <a:ext uri="{0D108BD9-81ED-4DB2-BD59-A6C34878D82A}">
                    <a16:rowId xmlns:a16="http://schemas.microsoft.com/office/drawing/2014/main" val="1666354769"/>
                  </a:ext>
                </a:extLst>
              </a:tr>
              <a:tr h="691551">
                <a:tc>
                  <a:txBody>
                    <a:bodyPr/>
                    <a:lstStyle/>
                    <a:p>
                      <a:endParaRPr lang="en-US" sz="1800">
                        <a:latin typeface="+mn-lt"/>
                      </a:endParaRPr>
                    </a:p>
                  </a:txBody>
                  <a:tcPr marL="74949" marR="74949" marT="37474" marB="37474"/>
                </a:tc>
                <a:tc>
                  <a:txBody>
                    <a:bodyPr/>
                    <a:lstStyle/>
                    <a:p>
                      <a:r>
                        <a:rPr lang="en-US" sz="1800" b="0" i="0" kern="1200">
                          <a:solidFill>
                            <a:schemeClr val="dk1"/>
                          </a:solidFill>
                          <a:effectLst/>
                          <a:latin typeface="+mn-lt"/>
                          <a:ea typeface="+mn-ea"/>
                          <a:cs typeface="+mn-cs"/>
                        </a:rPr>
                        <a:t>Provide data-driven insights to improve creative outputs</a:t>
                      </a:r>
                      <a:endParaRPr lang="en-US" sz="1800">
                        <a:latin typeface="+mn-lt"/>
                      </a:endParaRPr>
                    </a:p>
                  </a:txBody>
                  <a:tcPr marL="74949" marR="74949" marT="37474" marB="37474"/>
                </a:tc>
                <a:tc>
                  <a:txBody>
                    <a:bodyPr/>
                    <a:lstStyle/>
                    <a:p>
                      <a:r>
                        <a:rPr lang="en-US" sz="1800" kern="1200" dirty="0">
                          <a:solidFill>
                            <a:schemeClr val="dk1"/>
                          </a:solidFill>
                          <a:effectLst/>
                          <a:latin typeface="+mn-lt"/>
                          <a:ea typeface="+mn-ea"/>
                          <a:cs typeface="+mn-cs"/>
                          <a:hlinkClick r:id="rId38"/>
                        </a:rPr>
                        <a:t>Canva</a:t>
                      </a:r>
                      <a:r>
                        <a:rPr lang="en-US" sz="1800" b="0" i="0"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hlinkClick r:id="rId39"/>
                        </a:rPr>
                        <a:t>DALL-E</a:t>
                      </a:r>
                      <a:r>
                        <a:rPr lang="en-US" sz="1800" b="0" i="0"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hlinkClick r:id="rId40"/>
                        </a:rPr>
                        <a:t>Midjourney</a:t>
                      </a:r>
                      <a:r>
                        <a:rPr lang="en-US" sz="1800" b="0" i="0"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hlinkClick r:id="rId41"/>
                        </a:rPr>
                        <a:t>Alpaca</a:t>
                      </a:r>
                      <a:r>
                        <a:rPr lang="en-US" sz="1800" b="0" i="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hlinkClick r:id="rId42"/>
                        </a:rPr>
                        <a:t>Colormind</a:t>
                      </a:r>
                      <a:endParaRPr lang="en-US" sz="1800" dirty="0">
                        <a:latin typeface="+mn-lt"/>
                      </a:endParaRPr>
                    </a:p>
                  </a:txBody>
                  <a:tcPr marL="74949" marR="74949" marT="37474" marB="37474"/>
                </a:tc>
                <a:extLst>
                  <a:ext uri="{0D108BD9-81ED-4DB2-BD59-A6C34878D82A}">
                    <a16:rowId xmlns:a16="http://schemas.microsoft.com/office/drawing/2014/main" val="209074989"/>
                  </a:ext>
                </a:extLst>
              </a:tr>
            </a:tbl>
          </a:graphicData>
        </a:graphic>
      </p:graphicFrame>
    </p:spTree>
    <p:extLst>
      <p:ext uri="{BB962C8B-B14F-4D97-AF65-F5344CB8AC3E}">
        <p14:creationId xmlns:p14="http://schemas.microsoft.com/office/powerpoint/2010/main" val="23066146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A93BA1-CA19-D624-8DD0-A8636B7C8DB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More Organizational Uses of AI</a:t>
            </a:r>
          </a:p>
        </p:txBody>
      </p:sp>
      <p:graphicFrame>
        <p:nvGraphicFramePr>
          <p:cNvPr id="5" name="Content Placeholder 2">
            <a:extLst>
              <a:ext uri="{FF2B5EF4-FFF2-40B4-BE49-F238E27FC236}">
                <a16:creationId xmlns:a16="http://schemas.microsoft.com/office/drawing/2014/main" id="{E0AF079B-1064-A162-65FF-A19A753CA011}"/>
              </a:ext>
            </a:extLst>
          </p:cNvPr>
          <p:cNvGraphicFramePr>
            <a:graphicFrameLocks noGrp="1"/>
          </p:cNvGraphicFramePr>
          <p:nvPr>
            <p:ph idx="1"/>
            <p:extLst>
              <p:ext uri="{D42A27DB-BD31-4B8C-83A1-F6EECF244321}">
                <p14:modId xmlns:p14="http://schemas.microsoft.com/office/powerpoint/2010/main" val="41332733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13942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Account Engagement Folder Sharing in Email Template | Greenkey - Jen Kazin">
            <a:extLst>
              <a:ext uri="{FF2B5EF4-FFF2-40B4-BE49-F238E27FC236}">
                <a16:creationId xmlns:a16="http://schemas.microsoft.com/office/drawing/2014/main" id="{C9ED9AF5-C082-8D8C-7A3A-77975E10B3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985" r="5348"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1803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3A89A20-97A7-77D8-3662-522C004E074C}"/>
              </a:ext>
            </a:extLst>
          </p:cNvPr>
          <p:cNvSpPr>
            <a:spLocks noGrp="1"/>
          </p:cNvSpPr>
          <p:nvPr>
            <p:ph type="title"/>
          </p:nvPr>
        </p:nvSpPr>
        <p:spPr>
          <a:xfrm>
            <a:off x="6501028" y="2589085"/>
            <a:ext cx="4805996" cy="1297115"/>
          </a:xfrm>
        </p:spPr>
        <p:txBody>
          <a:bodyPr vert="horz" lIns="91440" tIns="45720" rIns="91440" bIns="45720" rtlCol="0" anchor="t">
            <a:normAutofit/>
          </a:bodyPr>
          <a:lstStyle/>
          <a:p>
            <a:r>
              <a:rPr lang="en-US" sz="4400" kern="1200" dirty="0">
                <a:solidFill>
                  <a:schemeClr val="tx2"/>
                </a:solidFill>
                <a:latin typeface="+mj-lt"/>
                <a:ea typeface="+mj-ea"/>
                <a:cs typeface="+mj-cs"/>
              </a:rPr>
              <a:t>Tool Time!</a:t>
            </a:r>
          </a:p>
        </p:txBody>
      </p:sp>
      <p:pic>
        <p:nvPicPr>
          <p:cNvPr id="27" name="Graphic 26" descr="Tools">
            <a:extLst>
              <a:ext uri="{FF2B5EF4-FFF2-40B4-BE49-F238E27FC236}">
                <a16:creationId xmlns:a16="http://schemas.microsoft.com/office/drawing/2014/main" id="{B8306EA0-F166-7E4D-4812-186706FD35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34" name="Group 3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35" name="Freeform: Shape 3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219987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screenshot of a web page&#10;&#10;Description automatically generated">
            <a:extLst>
              <a:ext uri="{FF2B5EF4-FFF2-40B4-BE49-F238E27FC236}">
                <a16:creationId xmlns:a16="http://schemas.microsoft.com/office/drawing/2014/main" id="{9843BC83-7699-5238-BE51-D19142F9441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87683" y="457200"/>
            <a:ext cx="9016634"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6632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018FE-F34C-33C7-EEF7-3CCEC4B96BBF}"/>
              </a:ext>
            </a:extLst>
          </p:cNvPr>
          <p:cNvSpPr>
            <a:spLocks noGrp="1"/>
          </p:cNvSpPr>
          <p:nvPr>
            <p:ph type="title"/>
          </p:nvPr>
        </p:nvSpPr>
        <p:spPr/>
        <p:txBody>
          <a:bodyPr/>
          <a:lstStyle/>
          <a:p>
            <a:r>
              <a:rPr lang="en-US" dirty="0"/>
              <a:t>Pick One to Try and Share</a:t>
            </a:r>
          </a:p>
        </p:txBody>
      </p:sp>
      <p:sp>
        <p:nvSpPr>
          <p:cNvPr id="3" name="Content Placeholder 2">
            <a:extLst>
              <a:ext uri="{FF2B5EF4-FFF2-40B4-BE49-F238E27FC236}">
                <a16:creationId xmlns:a16="http://schemas.microsoft.com/office/drawing/2014/main" id="{AF5430ED-87DD-D8C9-F5B3-EBFD3B8F285B}"/>
              </a:ext>
            </a:extLst>
          </p:cNvPr>
          <p:cNvSpPr>
            <a:spLocks noGrp="1"/>
          </p:cNvSpPr>
          <p:nvPr>
            <p:ph sz="half" idx="1"/>
          </p:nvPr>
        </p:nvSpPr>
        <p:spPr/>
        <p:txBody>
          <a:bodyPr>
            <a:normAutofit fontScale="62500" lnSpcReduction="20000"/>
          </a:bodyPr>
          <a:lstStyle/>
          <a:p>
            <a:r>
              <a:rPr lang="en-US" b="1" dirty="0">
                <a:hlinkClick r:id="rId3"/>
              </a:rPr>
              <a:t>Martin</a:t>
            </a:r>
            <a:r>
              <a:rPr lang="en-US" dirty="0"/>
              <a:t>, your AI butler </a:t>
            </a:r>
          </a:p>
          <a:p>
            <a:r>
              <a:rPr lang="en-US" b="1" dirty="0">
                <a:hlinkClick r:id="rId4"/>
              </a:rPr>
              <a:t>Search GPT</a:t>
            </a:r>
            <a:r>
              <a:rPr lang="en-US" dirty="0"/>
              <a:t>, if you’re tired of Googling things </a:t>
            </a:r>
          </a:p>
          <a:p>
            <a:r>
              <a:rPr lang="en-US" b="1" dirty="0">
                <a:hlinkClick r:id="rId5"/>
              </a:rPr>
              <a:t>Gist AI </a:t>
            </a:r>
            <a:r>
              <a:rPr lang="en-US" dirty="0"/>
              <a:t>to summarize websites, YouTube videos, and PDF files</a:t>
            </a:r>
          </a:p>
          <a:p>
            <a:r>
              <a:rPr lang="en-US" b="1" dirty="0">
                <a:hlinkClick r:id="rId6"/>
              </a:rPr>
              <a:t>Jenova</a:t>
            </a:r>
            <a:r>
              <a:rPr lang="en-US" dirty="0"/>
              <a:t> combines the best AI models, web search, and tools to amplify your productivity and empower knowledge</a:t>
            </a:r>
          </a:p>
          <a:p>
            <a:r>
              <a:rPr lang="en-US" b="1" dirty="0">
                <a:hlinkClick r:id="rId7"/>
              </a:rPr>
              <a:t>Goblin.Tools</a:t>
            </a:r>
            <a:r>
              <a:rPr lang="en-US" dirty="0"/>
              <a:t>, a free chatbot for neurodivergent individuals with multiple tools</a:t>
            </a:r>
            <a:endParaRPr lang="en-US" b="1" dirty="0"/>
          </a:p>
          <a:p>
            <a:r>
              <a:rPr lang="en-US" b="1" dirty="0">
                <a:hlinkClick r:id="rId8"/>
              </a:rPr>
              <a:t>Napkin</a:t>
            </a:r>
            <a:r>
              <a:rPr lang="en-US" b="1" dirty="0"/>
              <a:t> </a:t>
            </a:r>
            <a:r>
              <a:rPr lang="en-US" dirty="0"/>
              <a:t>to create visuals from your text</a:t>
            </a:r>
          </a:p>
          <a:p>
            <a:r>
              <a:rPr lang="en-US" b="1" dirty="0">
                <a:hlinkClick r:id="rId9"/>
              </a:rPr>
              <a:t>Storydoc</a:t>
            </a:r>
            <a:r>
              <a:rPr lang="en-US" dirty="0"/>
              <a:t> presentation creator</a:t>
            </a:r>
          </a:p>
          <a:p>
            <a:r>
              <a:rPr lang="en-US" b="1" dirty="0">
                <a:hlinkClick r:id="rId10"/>
              </a:rPr>
              <a:t>Creatify</a:t>
            </a:r>
            <a:r>
              <a:rPr lang="en-US" b="1" dirty="0"/>
              <a:t> </a:t>
            </a:r>
            <a:r>
              <a:rPr lang="en-US" dirty="0"/>
              <a:t>to make video ads for you</a:t>
            </a:r>
          </a:p>
        </p:txBody>
      </p:sp>
      <p:sp>
        <p:nvSpPr>
          <p:cNvPr id="4" name="Content Placeholder 3">
            <a:extLst>
              <a:ext uri="{FF2B5EF4-FFF2-40B4-BE49-F238E27FC236}">
                <a16:creationId xmlns:a16="http://schemas.microsoft.com/office/drawing/2014/main" id="{F9F514BD-F3F2-8E3C-911B-5F96AC9B9EB0}"/>
              </a:ext>
            </a:extLst>
          </p:cNvPr>
          <p:cNvSpPr>
            <a:spLocks noGrp="1"/>
          </p:cNvSpPr>
          <p:nvPr>
            <p:ph sz="half" idx="2"/>
          </p:nvPr>
        </p:nvSpPr>
        <p:spPr/>
        <p:txBody>
          <a:bodyPr>
            <a:normAutofit fontScale="62500" lnSpcReduction="20000"/>
          </a:bodyPr>
          <a:lstStyle/>
          <a:p>
            <a:r>
              <a:rPr lang="en-US" b="1" dirty="0">
                <a:hlinkClick r:id="rId11"/>
              </a:rPr>
              <a:t>Numerous</a:t>
            </a:r>
            <a:r>
              <a:rPr lang="en-US" dirty="0"/>
              <a:t> for work in Excel and Google Sheets</a:t>
            </a:r>
            <a:endParaRPr lang="en-US" dirty="0">
              <a:hlinkClick r:id="rId12"/>
            </a:endParaRPr>
          </a:p>
          <a:p>
            <a:r>
              <a:rPr lang="en-US" b="1" dirty="0">
                <a:hlinkClick r:id="rId12"/>
              </a:rPr>
              <a:t>Suno</a:t>
            </a:r>
            <a:r>
              <a:rPr lang="en-US" dirty="0"/>
              <a:t> for creating music</a:t>
            </a:r>
          </a:p>
          <a:p>
            <a:r>
              <a:rPr lang="en-US" b="1" dirty="0">
                <a:hlinkClick r:id="rId13"/>
              </a:rPr>
              <a:t>Jamboss</a:t>
            </a:r>
            <a:r>
              <a:rPr lang="en-US" dirty="0"/>
              <a:t> to generate music with the iPhone app</a:t>
            </a:r>
            <a:endParaRPr lang="en-US" b="1" dirty="0"/>
          </a:p>
          <a:p>
            <a:r>
              <a:rPr lang="en-US" b="1" dirty="0">
                <a:hlinkClick r:id="rId14"/>
              </a:rPr>
              <a:t>Flux</a:t>
            </a:r>
            <a:r>
              <a:rPr lang="en-US" dirty="0"/>
              <a:t>, a better image creator </a:t>
            </a:r>
          </a:p>
          <a:p>
            <a:r>
              <a:rPr lang="en-US" b="1" dirty="0">
                <a:hlinkClick r:id="rId15"/>
              </a:rPr>
              <a:t>Freepik</a:t>
            </a:r>
            <a:r>
              <a:rPr lang="en-US" dirty="0"/>
              <a:t> image generator </a:t>
            </a:r>
          </a:p>
          <a:p>
            <a:r>
              <a:rPr lang="en-US" b="1" dirty="0">
                <a:hlinkClick r:id="rId16"/>
              </a:rPr>
              <a:t>Designrr</a:t>
            </a:r>
            <a:r>
              <a:rPr lang="en-US" dirty="0"/>
              <a:t> to create ebooks, flipbooks, and websites from content you already have</a:t>
            </a:r>
          </a:p>
          <a:p>
            <a:r>
              <a:rPr lang="en-US" b="1" dirty="0">
                <a:hlinkClick r:id="rId17"/>
              </a:rPr>
              <a:t>Mindsmith</a:t>
            </a:r>
            <a:r>
              <a:rPr lang="en-US" dirty="0"/>
              <a:t> to generate elearning units</a:t>
            </a:r>
          </a:p>
          <a:p>
            <a:r>
              <a:rPr lang="en-US" b="1" dirty="0">
                <a:hlinkClick r:id="rId18"/>
              </a:rPr>
              <a:t>Earkick</a:t>
            </a:r>
            <a:r>
              <a:rPr lang="en-US" b="1" dirty="0"/>
              <a:t>,</a:t>
            </a:r>
            <a:r>
              <a:rPr lang="en-US" dirty="0"/>
              <a:t> a free and anonymous self-care and AI chatbot</a:t>
            </a:r>
          </a:p>
          <a:p>
            <a:r>
              <a:rPr lang="en-US" b="1" dirty="0">
                <a:hlinkClick r:id="rId19"/>
              </a:rPr>
              <a:t>Choppity</a:t>
            </a:r>
            <a:r>
              <a:rPr lang="en-US" dirty="0"/>
              <a:t> to quickly edit videos</a:t>
            </a:r>
          </a:p>
          <a:p>
            <a:r>
              <a:rPr lang="en-US" b="1" dirty="0">
                <a:hlinkClick r:id="rId20"/>
              </a:rPr>
              <a:t>Jamie AI</a:t>
            </a:r>
            <a:r>
              <a:rPr lang="en-US" dirty="0"/>
              <a:t>, a bot-free notetaker for online and in-person meetings</a:t>
            </a:r>
          </a:p>
        </p:txBody>
      </p:sp>
      <p:pic>
        <p:nvPicPr>
          <p:cNvPr id="5" name="Picture 2" descr="learnportwiki14 / Fresh Brain Massage">
            <a:extLst>
              <a:ext uri="{FF2B5EF4-FFF2-40B4-BE49-F238E27FC236}">
                <a16:creationId xmlns:a16="http://schemas.microsoft.com/office/drawing/2014/main" id="{995DF6A9-15C7-FE4B-C6E9-3728D8986E79}"/>
              </a:ext>
            </a:extLst>
          </p:cNvPr>
          <p:cNvPicPr>
            <a:picLocks noChangeAspect="1" noChangeArrowheads="1"/>
          </p:cNvPicPr>
          <p:nvPr/>
        </p:nvPicPr>
        <p:blipFill>
          <a:blip r:embed="rId21">
            <a:extLst>
              <a:ext uri="{28A0092B-C50C-407E-A947-70E740481C1C}">
                <a14:useLocalDpi xmlns:a14="http://schemas.microsoft.com/office/drawing/2010/main" val="0"/>
              </a:ext>
            </a:extLst>
          </a:blip>
          <a:stretch>
            <a:fillRect/>
          </a:stretch>
        </p:blipFill>
        <p:spPr bwMode="auto">
          <a:xfrm>
            <a:off x="0" y="5252208"/>
            <a:ext cx="5634359" cy="1605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4693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01BC811-41D5-ED0F-6EEF-8CAE9B75BCE0}"/>
              </a:ext>
            </a:extLst>
          </p:cNvPr>
          <p:cNvSpPr>
            <a:spLocks noGrp="1"/>
          </p:cNvSpPr>
          <p:nvPr>
            <p:ph idx="1"/>
          </p:nvPr>
        </p:nvSpPr>
        <p:spPr>
          <a:xfrm>
            <a:off x="1144923" y="838200"/>
            <a:ext cx="5315189" cy="5102777"/>
          </a:xfrm>
        </p:spPr>
        <p:txBody>
          <a:bodyPr anchor="t">
            <a:normAutofit fontScale="92500"/>
          </a:bodyPr>
          <a:lstStyle/>
          <a:p>
            <a:pPr marL="0" indent="0">
              <a:buNone/>
            </a:pPr>
            <a:r>
              <a:rPr lang="en-US" dirty="0"/>
              <a:t>Get with two other people in the room and introduce yourself and your role in your organization. Then discuss the tool you just tried. You have eight minutes to share.</a:t>
            </a:r>
          </a:p>
          <a:p>
            <a:pPr marL="0" indent="0">
              <a:buNone/>
            </a:pPr>
            <a:endParaRPr lang="en-US" sz="2400" dirty="0"/>
          </a:p>
          <a:p>
            <a:r>
              <a:rPr lang="en-US" sz="2400" dirty="0"/>
              <a:t>What tool did you look at?</a:t>
            </a:r>
          </a:p>
          <a:p>
            <a:r>
              <a:rPr lang="en-US" sz="2400" dirty="0"/>
              <a:t>What does it do?</a:t>
            </a:r>
          </a:p>
          <a:p>
            <a:r>
              <a:rPr lang="en-US" sz="2400" dirty="0"/>
              <a:t>What did you like and/or not like about it?</a:t>
            </a:r>
          </a:p>
          <a:p>
            <a:r>
              <a:rPr lang="en-US" sz="2400" dirty="0"/>
              <a:t>How might you or someone in your organization use this tool?</a:t>
            </a:r>
          </a:p>
          <a:p>
            <a:r>
              <a:rPr lang="en-US" sz="2400" dirty="0"/>
              <a:t>What are your other favorite AI tools?</a:t>
            </a:r>
          </a:p>
          <a:p>
            <a:endParaRPr lang="en-US" sz="2000" dirty="0"/>
          </a:p>
          <a:p>
            <a:endParaRPr lang="en-US" sz="2000" dirty="0"/>
          </a:p>
        </p:txBody>
      </p:sp>
      <p:sp>
        <p:nvSpPr>
          <p:cNvPr id="11"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ccount Engagement Folder Sharing in Email Template | Greenkey - Jen Kazin">
            <a:extLst>
              <a:ext uri="{FF2B5EF4-FFF2-40B4-BE49-F238E27FC236}">
                <a16:creationId xmlns:a16="http://schemas.microsoft.com/office/drawing/2014/main" id="{3B76302A-4E20-1254-49EA-17EB8F570F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985" r="5348" b="-1"/>
          <a:stretch/>
        </p:blipFill>
        <p:spPr bwMode="auto">
          <a:xfrm>
            <a:off x="7075967" y="2271979"/>
            <a:ext cx="4170530" cy="2345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1907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969575-5A5A-1099-226F-32706EDDB33B}"/>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SHINE: Evaluating AI Tools for Your Organization</a:t>
            </a:r>
          </a:p>
        </p:txBody>
      </p:sp>
      <p:pic>
        <p:nvPicPr>
          <p:cNvPr id="5" name="Picture 4" descr="A screenshot of a computer&#10;&#10;Description automatically generated">
            <a:extLst>
              <a:ext uri="{FF2B5EF4-FFF2-40B4-BE49-F238E27FC236}">
                <a16:creationId xmlns:a16="http://schemas.microsoft.com/office/drawing/2014/main" id="{4FCEE4D4-B76F-2B7F-879C-EC1D856EBE31}"/>
              </a:ext>
            </a:extLst>
          </p:cNvPr>
          <p:cNvPicPr>
            <a:picLocks noChangeAspect="1"/>
          </p:cNvPicPr>
          <p:nvPr/>
        </p:nvPicPr>
        <p:blipFill>
          <a:blip r:embed="rId2"/>
          <a:srcRect l="19842" t="11815" r="19399" b="7004"/>
          <a:stretch/>
        </p:blipFill>
        <p:spPr>
          <a:xfrm>
            <a:off x="2138523" y="1966293"/>
            <a:ext cx="7914952" cy="4452160"/>
          </a:xfrm>
          <a:prstGeom prst="rect">
            <a:avLst/>
          </a:prstGeom>
        </p:spPr>
      </p:pic>
    </p:spTree>
    <p:extLst>
      <p:ext uri="{BB962C8B-B14F-4D97-AF65-F5344CB8AC3E}">
        <p14:creationId xmlns:p14="http://schemas.microsoft.com/office/powerpoint/2010/main" val="2780606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Picture 2" descr="You need an AI Policy in your software consultancy company ASAP - Livable  Software">
            <a:extLst>
              <a:ext uri="{FF2B5EF4-FFF2-40B4-BE49-F238E27FC236}">
                <a16:creationId xmlns:a16="http://schemas.microsoft.com/office/drawing/2014/main" id="{5F3B9467-3FB0-9962-DC27-9BAEB2DFB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646" b="3353"/>
          <a:stretch/>
        </p:blipFill>
        <p:spPr bwMode="auto">
          <a:xfrm>
            <a:off x="20" y="-22"/>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12297" name="Rectangle 12296">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9" name="Rectangle 12298">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30652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C3018F-5D0D-396A-0D8D-37BDC6AF3477}"/>
              </a:ext>
            </a:extLst>
          </p:cNvPr>
          <p:cNvSpPr>
            <a:spLocks noGrp="1"/>
          </p:cNvSpPr>
          <p:nvPr>
            <p:ph type="title"/>
          </p:nvPr>
        </p:nvSpPr>
        <p:spPr/>
        <p:txBody>
          <a:bodyPr/>
          <a:lstStyle/>
          <a:p>
            <a:r>
              <a:rPr lang="en-US" dirty="0"/>
              <a:t>Who Is Responsible for AI Use in Your Organization?</a:t>
            </a:r>
          </a:p>
        </p:txBody>
      </p:sp>
      <p:graphicFrame>
        <p:nvGraphicFramePr>
          <p:cNvPr id="7" name="Content Placeholder 4">
            <a:extLst>
              <a:ext uri="{FF2B5EF4-FFF2-40B4-BE49-F238E27FC236}">
                <a16:creationId xmlns:a16="http://schemas.microsoft.com/office/drawing/2014/main" id="{08CF0968-9815-1D46-C718-414B315D7C2C}"/>
              </a:ext>
            </a:extLst>
          </p:cNvPr>
          <p:cNvGraphicFramePr>
            <a:graphicFrameLocks noGrp="1"/>
          </p:cNvGraphicFramePr>
          <p:nvPr>
            <p:ph idx="1"/>
            <p:extLst>
              <p:ext uri="{D42A27DB-BD31-4B8C-83A1-F6EECF244321}">
                <p14:modId xmlns:p14="http://schemas.microsoft.com/office/powerpoint/2010/main" val="166302035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1683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F4DC3B-68BF-EC74-2097-7625514EC0CB}"/>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Things to Consider for Your AI Policy</a:t>
            </a:r>
          </a:p>
        </p:txBody>
      </p:sp>
      <p:graphicFrame>
        <p:nvGraphicFramePr>
          <p:cNvPr id="5" name="Content Placeholder 2">
            <a:extLst>
              <a:ext uri="{FF2B5EF4-FFF2-40B4-BE49-F238E27FC236}">
                <a16:creationId xmlns:a16="http://schemas.microsoft.com/office/drawing/2014/main" id="{113ACD6D-5183-7578-336D-78300F3EE208}"/>
              </a:ext>
            </a:extLst>
          </p:cNvPr>
          <p:cNvGraphicFramePr>
            <a:graphicFrameLocks noGrp="1"/>
          </p:cNvGraphicFramePr>
          <p:nvPr>
            <p:ph idx="1"/>
            <p:extLst>
              <p:ext uri="{D42A27DB-BD31-4B8C-83A1-F6EECF244321}">
                <p14:modId xmlns:p14="http://schemas.microsoft.com/office/powerpoint/2010/main" val="236922436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4578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4D77946-0213-50BD-05F4-823651ED94B4}"/>
              </a:ext>
            </a:extLst>
          </p:cNvPr>
          <p:cNvSpPr>
            <a:spLocks noGrp="1"/>
          </p:cNvSpPr>
          <p:nvPr>
            <p:ph type="title"/>
          </p:nvPr>
        </p:nvSpPr>
        <p:spPr>
          <a:xfrm>
            <a:off x="1383564" y="348865"/>
            <a:ext cx="9718111" cy="1576446"/>
          </a:xfrm>
        </p:spPr>
        <p:txBody>
          <a:bodyPr anchor="ctr">
            <a:normAutofit/>
          </a:bodyPr>
          <a:lstStyle/>
          <a:p>
            <a:r>
              <a:rPr lang="en-US" sz="4000" kern="100">
                <a:solidFill>
                  <a:srgbClr val="FFFFFF"/>
                </a:solidFill>
                <a:effectLst/>
                <a:latin typeface="Aptos" panose="020B0004020202020204" pitchFamily="34" charset="0"/>
                <a:ea typeface="Calibri" panose="020F0502020204030204" pitchFamily="34" charset="0"/>
                <a:cs typeface="Times New Roman" panose="02020603050405020304" pitchFamily="18" charset="0"/>
              </a:rPr>
              <a:t>Ethics/Fairness</a:t>
            </a:r>
            <a:r>
              <a:rPr lang="en-US" sz="4000" kern="100">
                <a:solidFill>
                  <a:srgbClr val="FFFFFF"/>
                </a:solidFill>
                <a:latin typeface="Aptos" panose="020B0004020202020204" pitchFamily="34" charset="0"/>
                <a:ea typeface="Calibri" panose="020F0502020204030204" pitchFamily="34" charset="0"/>
                <a:cs typeface="Times New Roman" panose="02020603050405020304" pitchFamily="18" charset="0"/>
              </a:rPr>
              <a:t>/Bias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6BAE29BF-E4FC-A25C-0336-265939CF0EBC}"/>
              </a:ext>
            </a:extLst>
          </p:cNvPr>
          <p:cNvGraphicFramePr>
            <a:graphicFrameLocks noGrp="1"/>
          </p:cNvGraphicFramePr>
          <p:nvPr>
            <p:ph idx="1"/>
            <p:extLst>
              <p:ext uri="{D42A27DB-BD31-4B8C-83A1-F6EECF244321}">
                <p14:modId xmlns:p14="http://schemas.microsoft.com/office/powerpoint/2010/main" val="179106575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69009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4">
            <a:extLst>
              <a:ext uri="{FF2B5EF4-FFF2-40B4-BE49-F238E27FC236}">
                <a16:creationId xmlns:a16="http://schemas.microsoft.com/office/drawing/2014/main" id="{A1DFD166-1AF4-A76B-5D3C-5449EBDEBBEE}"/>
              </a:ext>
            </a:extLst>
          </p:cNvPr>
          <p:cNvGraphicFramePr>
            <a:graphicFrameLocks noGrp="1"/>
          </p:cNvGraphicFramePr>
          <p:nvPr>
            <p:ph idx="1"/>
            <p:extLst>
              <p:ext uri="{D42A27DB-BD31-4B8C-83A1-F6EECF244321}">
                <p14:modId xmlns:p14="http://schemas.microsoft.com/office/powerpoint/2010/main" val="1084834767"/>
              </p:ext>
            </p:extLst>
          </p:nvPr>
        </p:nvGraphicFramePr>
        <p:xfrm>
          <a:off x="632085" y="408315"/>
          <a:ext cx="10927829" cy="55287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60995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1572C96-196C-A547-A82D-3D316082551B}"/>
              </a:ext>
            </a:extLst>
          </p:cNvPr>
          <p:cNvSpPr>
            <a:spLocks noGrp="1"/>
          </p:cNvSpPr>
          <p:nvPr>
            <p:ph type="body" idx="1"/>
          </p:nvPr>
        </p:nvSpPr>
        <p:spPr>
          <a:xfrm>
            <a:off x="674688" y="690563"/>
            <a:ext cx="5157787" cy="984718"/>
          </a:xfrm>
        </p:spPr>
        <p:txBody>
          <a:bodyPr>
            <a:normAutofit/>
          </a:bodyPr>
          <a:lstStyle/>
          <a:p>
            <a:r>
              <a:rPr lang="en-US" sz="2800" dirty="0"/>
              <a:t>Professional Learning</a:t>
            </a:r>
          </a:p>
        </p:txBody>
      </p:sp>
      <p:sp>
        <p:nvSpPr>
          <p:cNvPr id="6" name="Content Placeholder 5">
            <a:extLst>
              <a:ext uri="{FF2B5EF4-FFF2-40B4-BE49-F238E27FC236}">
                <a16:creationId xmlns:a16="http://schemas.microsoft.com/office/drawing/2014/main" id="{A195A3BA-E988-88C7-0D93-714CCAA32587}"/>
              </a:ext>
            </a:extLst>
          </p:cNvPr>
          <p:cNvSpPr>
            <a:spLocks noGrp="1"/>
          </p:cNvSpPr>
          <p:nvPr>
            <p:ph sz="half" idx="2"/>
          </p:nvPr>
        </p:nvSpPr>
        <p:spPr>
          <a:xfrm>
            <a:off x="849313" y="1763712"/>
            <a:ext cx="5157787" cy="4403725"/>
          </a:xfrm>
        </p:spPr>
        <p:txBody>
          <a:bodyPr/>
          <a:lstStyle/>
          <a:p>
            <a:pPr lvl="0">
              <a:lnSpc>
                <a:spcPct val="100000"/>
              </a:lnSpc>
            </a:pPr>
            <a:r>
              <a:rPr lang="en-US" sz="2800" dirty="0">
                <a:latin typeface="+mn-lt"/>
                <a:cs typeface="Calibri" panose="020F0502020204030204" pitchFamily="34" charset="0"/>
              </a:rPr>
              <a:t>What training is needed for staff to effectively oversee and utilize AI systems?</a:t>
            </a:r>
          </a:p>
          <a:p>
            <a:pPr lvl="0">
              <a:lnSpc>
                <a:spcPct val="100000"/>
              </a:lnSpc>
            </a:pPr>
            <a:r>
              <a:rPr lang="en-US" sz="2800" dirty="0">
                <a:latin typeface="+mn-lt"/>
                <a:cs typeface="Calibri" panose="020F0502020204030204" pitchFamily="34" charset="0"/>
              </a:rPr>
              <a:t>How can staff best utilize AI for themselves and their constituents?</a:t>
            </a:r>
          </a:p>
          <a:p>
            <a:pPr lvl="0">
              <a:lnSpc>
                <a:spcPct val="100000"/>
              </a:lnSpc>
            </a:pPr>
            <a:r>
              <a:rPr lang="en-US" sz="2800" dirty="0">
                <a:latin typeface="+mn-lt"/>
                <a:cs typeface="Calibri" panose="020F0502020204030204" pitchFamily="34" charset="0"/>
              </a:rPr>
              <a:t>How should AI be used to supplement vs. replace staff? Where do we draw the line?</a:t>
            </a:r>
          </a:p>
        </p:txBody>
      </p:sp>
      <p:sp>
        <p:nvSpPr>
          <p:cNvPr id="7" name="Text Placeholder 6">
            <a:extLst>
              <a:ext uri="{FF2B5EF4-FFF2-40B4-BE49-F238E27FC236}">
                <a16:creationId xmlns:a16="http://schemas.microsoft.com/office/drawing/2014/main" id="{73CBC943-23DC-49A4-B4C7-A2ACBAF197F9}"/>
              </a:ext>
            </a:extLst>
          </p:cNvPr>
          <p:cNvSpPr>
            <a:spLocks noGrp="1"/>
          </p:cNvSpPr>
          <p:nvPr>
            <p:ph type="body" sz="quarter" idx="3"/>
          </p:nvPr>
        </p:nvSpPr>
        <p:spPr>
          <a:xfrm>
            <a:off x="6007100" y="690563"/>
            <a:ext cx="5183188" cy="984718"/>
          </a:xfrm>
        </p:spPr>
        <p:txBody>
          <a:bodyPr>
            <a:normAutofit/>
          </a:bodyPr>
          <a:lstStyle/>
          <a:p>
            <a:r>
              <a:rPr lang="en-US" sz="2800" dirty="0"/>
              <a:t>Connections</a:t>
            </a:r>
          </a:p>
        </p:txBody>
      </p:sp>
      <p:sp>
        <p:nvSpPr>
          <p:cNvPr id="8" name="Content Placeholder 7">
            <a:extLst>
              <a:ext uri="{FF2B5EF4-FFF2-40B4-BE49-F238E27FC236}">
                <a16:creationId xmlns:a16="http://schemas.microsoft.com/office/drawing/2014/main" id="{B6F0663B-EFA8-D329-6CF0-020B295D8DB8}"/>
              </a:ext>
            </a:extLst>
          </p:cNvPr>
          <p:cNvSpPr>
            <a:spLocks noGrp="1"/>
          </p:cNvSpPr>
          <p:nvPr>
            <p:ph sz="quarter" idx="4"/>
          </p:nvPr>
        </p:nvSpPr>
        <p:spPr>
          <a:xfrm>
            <a:off x="6181725" y="1763712"/>
            <a:ext cx="5183188" cy="4403725"/>
          </a:xfrm>
        </p:spPr>
        <p:txBody>
          <a:bodyPr/>
          <a:lstStyle/>
          <a:p>
            <a:pPr lvl="0">
              <a:lnSpc>
                <a:spcPct val="100000"/>
              </a:lnSpc>
            </a:pPr>
            <a:r>
              <a:rPr lang="en-US" sz="2800" kern="1200" dirty="0">
                <a:latin typeface="+mn-lt"/>
                <a:cs typeface="Calibri" panose="020F0502020204030204" pitchFamily="34" charset="0"/>
              </a:rPr>
              <a:t>How do we maintain human connection and relationships in an AI-enabled workplace?</a:t>
            </a:r>
          </a:p>
          <a:p>
            <a:pPr lvl="0">
              <a:lnSpc>
                <a:spcPct val="100000"/>
              </a:lnSpc>
            </a:pPr>
            <a:r>
              <a:rPr lang="en-US" sz="2800" kern="1200" dirty="0">
                <a:solidFill>
                  <a:prstClr val="black">
                    <a:hueOff val="0"/>
                    <a:satOff val="0"/>
                    <a:lumOff val="0"/>
                    <a:alphaOff val="0"/>
                  </a:prstClr>
                </a:solidFill>
                <a:latin typeface="+mn-lt"/>
                <a:ea typeface="+mn-ea"/>
                <a:cs typeface="Calibri" panose="020F0502020204030204" pitchFamily="34" charset="0"/>
              </a:rPr>
              <a:t>What unique aspects of human learning can and cannot be replicated by AI? </a:t>
            </a:r>
          </a:p>
        </p:txBody>
      </p:sp>
    </p:spTree>
    <p:extLst>
      <p:ext uri="{BB962C8B-B14F-4D97-AF65-F5344CB8AC3E}">
        <p14:creationId xmlns:p14="http://schemas.microsoft.com/office/powerpoint/2010/main" val="1857376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152463-DB43-2659-A49F-89BAF19AB361}"/>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Organizational Use</a:t>
            </a:r>
          </a:p>
        </p:txBody>
      </p:sp>
      <p:sp>
        <p:nvSpPr>
          <p:cNvPr id="3" name="Content Placeholder 2">
            <a:extLst>
              <a:ext uri="{FF2B5EF4-FFF2-40B4-BE49-F238E27FC236}">
                <a16:creationId xmlns:a16="http://schemas.microsoft.com/office/drawing/2014/main" id="{A48D91C0-9729-E70B-8056-FFCEA1446002}"/>
              </a:ext>
            </a:extLst>
          </p:cNvPr>
          <p:cNvSpPr>
            <a:spLocks noGrp="1"/>
          </p:cNvSpPr>
          <p:nvPr>
            <p:ph idx="1"/>
          </p:nvPr>
        </p:nvSpPr>
        <p:spPr>
          <a:xfrm>
            <a:off x="1371599" y="2318197"/>
            <a:ext cx="9724031" cy="3683358"/>
          </a:xfrm>
        </p:spPr>
        <p:txBody>
          <a:bodyPr anchor="ctr">
            <a:noAutofit/>
          </a:bodyPr>
          <a:lstStyle/>
          <a:p>
            <a:pPr>
              <a:spcBef>
                <a:spcPts val="0"/>
              </a:spcBef>
              <a:spcAft>
                <a:spcPts val="800"/>
              </a:spcAft>
            </a:pPr>
            <a:r>
              <a:rPr lang="en-US" dirty="0">
                <a:latin typeface="Aptos" panose="020B0004020202020204" pitchFamily="34" charset="0"/>
                <a:cs typeface="Times New Roman" panose="02020603050405020304" pitchFamily="18" charset="0"/>
              </a:rPr>
              <a:t>How might AI change the way staff members do their jobs?</a:t>
            </a:r>
          </a:p>
          <a:p>
            <a:pPr>
              <a:spcBef>
                <a:spcPts val="0"/>
              </a:spcBef>
              <a:spcAft>
                <a:spcPts val="800"/>
              </a:spcAft>
            </a:pPr>
            <a:r>
              <a:rPr lang="en-US" dirty="0">
                <a:latin typeface="Aptos" panose="020B0004020202020204" pitchFamily="34" charset="0"/>
                <a:cs typeface="Times New Roman" panose="02020603050405020304" pitchFamily="18" charset="0"/>
              </a:rPr>
              <a:t>What types of technological resources do staff need to work with AI, and what do the implementation gaps suggest about the areas where AI will be most effective?</a:t>
            </a:r>
          </a:p>
          <a:p>
            <a:pPr>
              <a:spcBef>
                <a:spcPts val="0"/>
              </a:spcBef>
              <a:spcAft>
                <a:spcPts val="800"/>
              </a:spcAft>
            </a:pPr>
            <a:r>
              <a:rPr lang="en-US" dirty="0">
                <a:latin typeface="Aptos" panose="020B0004020202020204" pitchFamily="34" charset="0"/>
                <a:cs typeface="Times New Roman" panose="02020603050405020304" pitchFamily="18" charset="0"/>
              </a:rPr>
              <a:t>How can we use the power of AI to better serve our community?</a:t>
            </a:r>
          </a:p>
          <a:p>
            <a:pPr>
              <a:spcBef>
                <a:spcPts val="0"/>
              </a:spcBef>
              <a:spcAft>
                <a:spcPts val="800"/>
              </a:spcAft>
            </a:pPr>
            <a:r>
              <a:rPr lang="en-US" dirty="0">
                <a:latin typeface="Aptos" panose="020B0004020202020204" pitchFamily="34" charset="0"/>
                <a:cs typeface="Times New Roman" panose="02020603050405020304" pitchFamily="18" charset="0"/>
              </a:rPr>
              <a:t>What surprising areas can AI impact that aren't often on people's radar?</a:t>
            </a:r>
          </a:p>
          <a:p>
            <a:pPr>
              <a:spcBef>
                <a:spcPts val="0"/>
              </a:spcBef>
              <a:spcAft>
                <a:spcPts val="800"/>
              </a:spcAft>
            </a:pPr>
            <a:r>
              <a:rPr lang="en-US" dirty="0">
                <a:latin typeface="Aptos" panose="020B0004020202020204" pitchFamily="34" charset="0"/>
                <a:cs typeface="Times New Roman" panose="02020603050405020304" pitchFamily="18" charset="0"/>
              </a:rPr>
              <a:t>How will we inform staff and customers about what is AI-generated?</a:t>
            </a:r>
          </a:p>
        </p:txBody>
      </p:sp>
    </p:spTree>
    <p:extLst>
      <p:ext uri="{BB962C8B-B14F-4D97-AF65-F5344CB8AC3E}">
        <p14:creationId xmlns:p14="http://schemas.microsoft.com/office/powerpoint/2010/main" val="35870942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E6B451-3C79-FCD4-69D1-315F52CEAF31}"/>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Questions to Answer</a:t>
            </a:r>
          </a:p>
        </p:txBody>
      </p:sp>
      <p:graphicFrame>
        <p:nvGraphicFramePr>
          <p:cNvPr id="5" name="Content Placeholder 2">
            <a:extLst>
              <a:ext uri="{FF2B5EF4-FFF2-40B4-BE49-F238E27FC236}">
                <a16:creationId xmlns:a16="http://schemas.microsoft.com/office/drawing/2014/main" id="{DC3F513B-328D-C827-24AE-9666B31E7EF8}"/>
              </a:ext>
            </a:extLst>
          </p:cNvPr>
          <p:cNvGraphicFramePr>
            <a:graphicFrameLocks noGrp="1"/>
          </p:cNvGraphicFramePr>
          <p:nvPr>
            <p:ph idx="1"/>
            <p:extLst>
              <p:ext uri="{D42A27DB-BD31-4B8C-83A1-F6EECF244321}">
                <p14:modId xmlns:p14="http://schemas.microsoft.com/office/powerpoint/2010/main" val="188262662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88553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9A39FE2-1338-887E-EC66-6876AEEA9482}"/>
              </a:ext>
            </a:extLst>
          </p:cNvPr>
          <p:cNvPicPr>
            <a:picLocks noChangeAspect="1"/>
          </p:cNvPicPr>
          <p:nvPr/>
        </p:nvPicPr>
        <p:blipFill>
          <a:blip r:embed="rId2">
            <a:duotone>
              <a:prstClr val="black"/>
              <a:schemeClr val="tx2">
                <a:tint val="45000"/>
                <a:satMod val="400000"/>
              </a:schemeClr>
            </a:duotone>
            <a:alphaModFix amt="25000"/>
          </a:blip>
          <a:srcRect b="25000"/>
          <a:stretch/>
        </p:blipFill>
        <p:spPr>
          <a:xfrm>
            <a:off x="20" y="10"/>
            <a:ext cx="12191980" cy="6857990"/>
          </a:xfrm>
          <a:prstGeom prst="rect">
            <a:avLst/>
          </a:prstGeom>
        </p:spPr>
      </p:pic>
      <p:sp>
        <p:nvSpPr>
          <p:cNvPr id="2" name="Title 1">
            <a:extLst>
              <a:ext uri="{FF2B5EF4-FFF2-40B4-BE49-F238E27FC236}">
                <a16:creationId xmlns:a16="http://schemas.microsoft.com/office/drawing/2014/main" id="{0F1EBBE5-8E81-C6C6-5C4A-23011FB64F4A}"/>
              </a:ext>
            </a:extLst>
          </p:cNvPr>
          <p:cNvSpPr>
            <a:spLocks noGrp="1"/>
          </p:cNvSpPr>
          <p:nvPr>
            <p:ph type="title"/>
          </p:nvPr>
        </p:nvSpPr>
        <p:spPr>
          <a:xfrm>
            <a:off x="838200" y="365125"/>
            <a:ext cx="10515600" cy="1325563"/>
          </a:xfrm>
        </p:spPr>
        <p:txBody>
          <a:bodyPr>
            <a:normAutofit/>
          </a:bodyPr>
          <a:lstStyle/>
          <a:p>
            <a:r>
              <a:rPr lang="en-US" dirty="0"/>
              <a:t>What Your AI Policy Should Address</a:t>
            </a:r>
          </a:p>
        </p:txBody>
      </p:sp>
      <p:graphicFrame>
        <p:nvGraphicFramePr>
          <p:cNvPr id="5" name="Content Placeholder 2">
            <a:extLst>
              <a:ext uri="{FF2B5EF4-FFF2-40B4-BE49-F238E27FC236}">
                <a16:creationId xmlns:a16="http://schemas.microsoft.com/office/drawing/2014/main" id="{4890573D-40EF-178E-C7DF-1BA90A5E8310}"/>
              </a:ext>
            </a:extLst>
          </p:cNvPr>
          <p:cNvGraphicFramePr>
            <a:graphicFrameLocks noGrp="1"/>
          </p:cNvGraphicFramePr>
          <p:nvPr>
            <p:ph idx="1"/>
            <p:extLst>
              <p:ext uri="{D42A27DB-BD31-4B8C-83A1-F6EECF244321}">
                <p14:modId xmlns:p14="http://schemas.microsoft.com/office/powerpoint/2010/main" val="25403936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0271396"/>
      </p:ext>
    </p:extLst>
  </p:cSld>
  <p:clrMapOvr>
    <a:overrideClrMapping bg1="dk1" tx1="lt1" bg2="dk2" tx2="lt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ED64A-D7CC-AE3E-6EEC-3913417D4049}"/>
              </a:ext>
            </a:extLst>
          </p:cNvPr>
          <p:cNvSpPr>
            <a:spLocks noGrp="1"/>
          </p:cNvSpPr>
          <p:nvPr>
            <p:ph type="title"/>
          </p:nvPr>
        </p:nvSpPr>
        <p:spPr>
          <a:xfrm>
            <a:off x="823442" y="921715"/>
            <a:ext cx="5163022" cy="2635993"/>
          </a:xfrm>
        </p:spPr>
        <p:txBody>
          <a:bodyPr vert="horz" lIns="91440" tIns="45720" rIns="91440" bIns="45720" rtlCol="0" anchor="b">
            <a:normAutofit/>
          </a:bodyPr>
          <a:lstStyle/>
          <a:p>
            <a:r>
              <a:rPr lang="en-US" sz="4800" kern="1200">
                <a:solidFill>
                  <a:schemeClr val="tx1"/>
                </a:solidFill>
                <a:latin typeface="+mj-lt"/>
                <a:ea typeface="+mj-ea"/>
                <a:cs typeface="+mj-cs"/>
              </a:rPr>
              <a:t>Not a “Write It and File It” Policy</a:t>
            </a:r>
          </a:p>
        </p:txBody>
      </p:sp>
      <p:sp>
        <p:nvSpPr>
          <p:cNvPr id="4105" name="Rectangle 4104">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Dust Off That Old Policy.mp4">
            <a:extLst>
              <a:ext uri="{FF2B5EF4-FFF2-40B4-BE49-F238E27FC236}">
                <a16:creationId xmlns:a16="http://schemas.microsoft.com/office/drawing/2014/main" id="{F4168D4A-169D-8999-5F3E-E38FC2AC3C0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73907" y="658489"/>
            <a:ext cx="5163022" cy="5163022"/>
          </a:xfrm>
          <a:prstGeom prst="rect">
            <a:avLst/>
          </a:prstGeom>
          <a:noFill/>
          <a:extLst>
            <a:ext uri="{909E8E84-426E-40DD-AFC4-6F175D3DCCD1}">
              <a14:hiddenFill xmlns:a14="http://schemas.microsoft.com/office/drawing/2010/main">
                <a:solidFill>
                  <a:srgbClr val="FFFFFF"/>
                </a:solidFill>
              </a14:hiddenFill>
            </a:ext>
          </a:extLst>
        </p:spPr>
      </p:pic>
      <p:sp>
        <p:nvSpPr>
          <p:cNvPr id="4111" name="Rectangle 4110">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13083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2" descr="learnportwiki14 / Fresh Brain Massage">
            <a:extLst>
              <a:ext uri="{FF2B5EF4-FFF2-40B4-BE49-F238E27FC236}">
                <a16:creationId xmlns:a16="http://schemas.microsoft.com/office/drawing/2014/main" id="{90707C21-2F3D-B0FE-25AE-D2DEA1FB9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357"/>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419F9E9-CC82-8A7D-9599-7C9898451E68}"/>
              </a:ext>
            </a:extLst>
          </p:cNvPr>
          <p:cNvSpPr>
            <a:spLocks noGrp="1"/>
          </p:cNvSpPr>
          <p:nvPr>
            <p:ph idx="1"/>
          </p:nvPr>
        </p:nvSpPr>
        <p:spPr>
          <a:xfrm>
            <a:off x="4223982" y="3752850"/>
            <a:ext cx="7485413" cy="2452687"/>
          </a:xfrm>
        </p:spPr>
        <p:txBody>
          <a:bodyPr anchor="ctr">
            <a:noAutofit/>
          </a:bodyPr>
          <a:lstStyle/>
          <a:p>
            <a:pPr marL="0" indent="0">
              <a:buNone/>
            </a:pPr>
            <a:r>
              <a:rPr lang="en-US" sz="2400" dirty="0"/>
              <a:t>Individually, in pairs, or in a small group, write a draft AI policy for your staff and/or organization. Be sure to consider the information in the previous slides. You have 25 minutes.</a:t>
            </a:r>
          </a:p>
          <a:p>
            <a:pPr marL="457200" indent="-457200">
              <a:buFont typeface="+mj-lt"/>
              <a:buAutoNum type="arabicPeriod"/>
            </a:pPr>
            <a:r>
              <a:rPr lang="en-US" sz="2400" dirty="0"/>
              <a:t>Look at the </a:t>
            </a:r>
            <a:r>
              <a:rPr lang="en-US" sz="2400" dirty="0">
                <a:hlinkClick r:id="rId3"/>
              </a:rPr>
              <a:t>sample policies </a:t>
            </a:r>
            <a:r>
              <a:rPr lang="en-US" sz="2400" dirty="0"/>
              <a:t>provided. </a:t>
            </a:r>
          </a:p>
          <a:p>
            <a:pPr marL="457200" indent="-457200">
              <a:buFont typeface="+mj-lt"/>
              <a:buAutoNum type="arabicPeriod"/>
            </a:pPr>
            <a:r>
              <a:rPr lang="en-US" sz="2400" dirty="0"/>
              <a:t>Go to your favorite chatbot and give it a detailed prompt to write the policy for you as a draft. Remember persona, task, context, and format.</a:t>
            </a:r>
          </a:p>
        </p:txBody>
      </p:sp>
    </p:spTree>
    <p:extLst>
      <p:ext uri="{BB962C8B-B14F-4D97-AF65-F5344CB8AC3E}">
        <p14:creationId xmlns:p14="http://schemas.microsoft.com/office/powerpoint/2010/main" val="14765608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0"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11" name="Oval 10">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12"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14" name="Rectangle 13">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F3A89A20-97A7-77D8-3662-522C004E074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sz="4000" kern="1200">
                <a:solidFill>
                  <a:schemeClr val="bg2"/>
                </a:solidFill>
                <a:latin typeface="+mj-lt"/>
                <a:ea typeface="+mj-ea"/>
                <a:cs typeface="+mj-cs"/>
              </a:rPr>
              <a:t>Moving from Novel to Normal</a:t>
            </a:r>
          </a:p>
        </p:txBody>
      </p:sp>
    </p:spTree>
    <p:extLst>
      <p:ext uri="{BB962C8B-B14F-4D97-AF65-F5344CB8AC3E}">
        <p14:creationId xmlns:p14="http://schemas.microsoft.com/office/powerpoint/2010/main" val="3587111844"/>
      </p:ext>
    </p:extLst>
  </p:cSld>
  <p:clrMapOvr>
    <a:overrideClrMapping bg1="dk1" tx1="lt1" bg2="dk2" tx2="lt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itle 3">
            <a:extLst>
              <a:ext uri="{FF2B5EF4-FFF2-40B4-BE49-F238E27FC236}">
                <a16:creationId xmlns:a16="http://schemas.microsoft.com/office/drawing/2014/main" id="{4117D09C-1712-F5D5-DE18-0B472DFA4563}"/>
              </a:ext>
            </a:extLst>
          </p:cNvPr>
          <p:cNvSpPr>
            <a:spLocks noGrp="1"/>
          </p:cNvSpPr>
          <p:nvPr>
            <p:ph type="title"/>
          </p:nvPr>
        </p:nvSpPr>
        <p:spPr>
          <a:xfrm>
            <a:off x="479394" y="1070800"/>
            <a:ext cx="3939688" cy="5583126"/>
          </a:xfrm>
        </p:spPr>
        <p:txBody>
          <a:bodyPr>
            <a:normAutofit/>
          </a:bodyPr>
          <a:lstStyle/>
          <a:p>
            <a:pPr algn="r"/>
            <a:r>
              <a:rPr lang="en-US" dirty="0"/>
              <a:t> Challenges for Nonprofits Using AI</a:t>
            </a: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9421ACB0-5AE5-3485-0AD8-0BD8F542AC20}"/>
              </a:ext>
            </a:extLst>
          </p:cNvPr>
          <p:cNvGraphicFramePr>
            <a:graphicFrameLocks noGrp="1"/>
          </p:cNvGraphicFramePr>
          <p:nvPr>
            <p:ph idx="1"/>
            <p:extLst>
              <p:ext uri="{D42A27DB-BD31-4B8C-83A1-F6EECF244321}">
                <p14:modId xmlns:p14="http://schemas.microsoft.com/office/powerpoint/2010/main" val="1708608403"/>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52120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12DFED10-2483-15CF-26B5-C56E06938660}"/>
              </a:ext>
            </a:extLst>
          </p:cNvPr>
          <p:cNvGraphicFramePr>
            <a:graphicFrameLocks noChangeAspect="1"/>
          </p:cNvGraphicFramePr>
          <p:nvPr>
            <p:extLst>
              <p:ext uri="{D42A27DB-BD31-4B8C-83A1-F6EECF244321}">
                <p14:modId xmlns:p14="http://schemas.microsoft.com/office/powerpoint/2010/main" val="2105633376"/>
              </p:ext>
            </p:extLst>
          </p:nvPr>
        </p:nvGraphicFramePr>
        <p:xfrm>
          <a:off x="1858644" y="174069"/>
          <a:ext cx="8679815" cy="6509861"/>
        </p:xfrm>
        <a:graphic>
          <a:graphicData uri="http://schemas.openxmlformats.org/presentationml/2006/ole">
            <mc:AlternateContent xmlns:mc="http://schemas.openxmlformats.org/markup-compatibility/2006">
              <mc:Choice xmlns:v="urn:schemas-microsoft-com:vml" Requires="v">
                <p:oleObj name="Acrobat Document" r:id="rId3" imgW="4876800" imgH="3657482" progId="Acrobat.Document.DC">
                  <p:embed/>
                </p:oleObj>
              </mc:Choice>
              <mc:Fallback>
                <p:oleObj name="Acrobat Document" r:id="rId3" imgW="4876800" imgH="3657482" progId="Acrobat.Document.DC">
                  <p:embed/>
                  <p:pic>
                    <p:nvPicPr>
                      <p:cNvPr id="0" name=""/>
                      <p:cNvPicPr/>
                      <p:nvPr/>
                    </p:nvPicPr>
                    <p:blipFill>
                      <a:blip r:embed="rId4"/>
                      <a:stretch>
                        <a:fillRect/>
                      </a:stretch>
                    </p:blipFill>
                    <p:spPr>
                      <a:xfrm>
                        <a:off x="1858644" y="174069"/>
                        <a:ext cx="8679815" cy="6509861"/>
                      </a:xfrm>
                      <a:prstGeom prst="rect">
                        <a:avLst/>
                      </a:prstGeom>
                    </p:spPr>
                  </p:pic>
                </p:oleObj>
              </mc:Fallback>
            </mc:AlternateContent>
          </a:graphicData>
        </a:graphic>
      </p:graphicFrame>
    </p:spTree>
    <p:extLst>
      <p:ext uri="{BB962C8B-B14F-4D97-AF65-F5344CB8AC3E}">
        <p14:creationId xmlns:p14="http://schemas.microsoft.com/office/powerpoint/2010/main" val="37940325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7FD3165A-A615-EFDF-4DC0-43689F1EEEBD}"/>
              </a:ext>
            </a:extLst>
          </p:cNvPr>
          <p:cNvGraphicFramePr>
            <a:graphicFrameLocks noChangeAspect="1"/>
          </p:cNvGraphicFramePr>
          <p:nvPr>
            <p:extLst>
              <p:ext uri="{D42A27DB-BD31-4B8C-83A1-F6EECF244321}">
                <p14:modId xmlns:p14="http://schemas.microsoft.com/office/powerpoint/2010/main" val="2912506778"/>
              </p:ext>
            </p:extLst>
          </p:nvPr>
        </p:nvGraphicFramePr>
        <p:xfrm>
          <a:off x="1519773" y="0"/>
          <a:ext cx="9152454" cy="6864341"/>
        </p:xfrm>
        <a:graphic>
          <a:graphicData uri="http://schemas.openxmlformats.org/presentationml/2006/ole">
            <mc:AlternateContent xmlns:mc="http://schemas.openxmlformats.org/markup-compatibility/2006">
              <mc:Choice xmlns:v="urn:schemas-microsoft-com:vml" Requires="v">
                <p:oleObj name="Acrobat Document" r:id="rId3" imgW="4876800" imgH="3657482" progId="Acrobat.Document.DC">
                  <p:embed/>
                </p:oleObj>
              </mc:Choice>
              <mc:Fallback>
                <p:oleObj name="Acrobat Document" r:id="rId3" imgW="4876800" imgH="3657482" progId="Acrobat.Document.DC">
                  <p:embed/>
                  <p:pic>
                    <p:nvPicPr>
                      <p:cNvPr id="0" name=""/>
                      <p:cNvPicPr/>
                      <p:nvPr/>
                    </p:nvPicPr>
                    <p:blipFill>
                      <a:blip r:embed="rId4"/>
                      <a:stretch>
                        <a:fillRect/>
                      </a:stretch>
                    </p:blipFill>
                    <p:spPr>
                      <a:xfrm>
                        <a:off x="1519773" y="0"/>
                        <a:ext cx="9152454" cy="6864341"/>
                      </a:xfrm>
                      <a:prstGeom prst="rect">
                        <a:avLst/>
                      </a:prstGeom>
                    </p:spPr>
                  </p:pic>
                </p:oleObj>
              </mc:Fallback>
            </mc:AlternateContent>
          </a:graphicData>
        </a:graphic>
      </p:graphicFrame>
    </p:spTree>
    <p:extLst>
      <p:ext uri="{BB962C8B-B14F-4D97-AF65-F5344CB8AC3E}">
        <p14:creationId xmlns:p14="http://schemas.microsoft.com/office/powerpoint/2010/main" val="34833718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6847A-8967-CA42-1A8C-A52531F22E6E}"/>
              </a:ext>
            </a:extLst>
          </p:cNvPr>
          <p:cNvSpPr>
            <a:spLocks noGrp="1"/>
          </p:cNvSpPr>
          <p:nvPr>
            <p:ph type="title"/>
          </p:nvPr>
        </p:nvSpPr>
        <p:spPr/>
        <p:txBody>
          <a:bodyPr/>
          <a:lstStyle/>
          <a:p>
            <a:r>
              <a:rPr lang="en-US" dirty="0"/>
              <a:t>Organizational AI Adoption Tracker</a:t>
            </a:r>
          </a:p>
        </p:txBody>
      </p:sp>
      <p:sp>
        <p:nvSpPr>
          <p:cNvPr id="3" name="Content Placeholder 2">
            <a:extLst>
              <a:ext uri="{FF2B5EF4-FFF2-40B4-BE49-F238E27FC236}">
                <a16:creationId xmlns:a16="http://schemas.microsoft.com/office/drawing/2014/main" id="{40FE1429-B284-7FD2-A156-7C9BF2BF8124}"/>
              </a:ext>
            </a:extLst>
          </p:cNvPr>
          <p:cNvSpPr>
            <a:spLocks noGrp="1"/>
          </p:cNvSpPr>
          <p:nvPr>
            <p:ph idx="1"/>
          </p:nvPr>
        </p:nvSpPr>
        <p:spPr/>
        <p:txBody>
          <a:bodyPr/>
          <a:lstStyle/>
          <a:p>
            <a:pPr marL="0" indent="0" algn="l">
              <a:buNone/>
            </a:pPr>
            <a:r>
              <a:rPr lang="en-US" sz="2400" dirty="0"/>
              <a:t>This custom GPT will help you to see where you are on the AI journey. </a:t>
            </a:r>
            <a:r>
              <a:rPr lang="en-US" sz="2400" dirty="0">
                <a:solidFill>
                  <a:srgbClr val="222222"/>
                </a:solidFill>
              </a:rPr>
              <a:t>A</a:t>
            </a:r>
            <a:r>
              <a:rPr lang="en-US" sz="2400" b="0" i="0" dirty="0">
                <a:solidFill>
                  <a:srgbClr val="222222"/>
                </a:solidFill>
                <a:effectLst/>
              </a:rPr>
              <a:t>t any time, you can type "Show report" to see the following:</a:t>
            </a:r>
          </a:p>
          <a:p>
            <a:r>
              <a:rPr lang="en-US" sz="2400" b="0" i="0" dirty="0">
                <a:solidFill>
                  <a:srgbClr val="222222"/>
                </a:solidFill>
                <a:effectLst/>
              </a:rPr>
              <a:t>Bar chart showing phase distribution</a:t>
            </a:r>
          </a:p>
          <a:p>
            <a:r>
              <a:rPr lang="en-US" sz="2400" b="0" i="0" dirty="0">
                <a:solidFill>
                  <a:srgbClr val="222222"/>
                </a:solidFill>
                <a:effectLst/>
              </a:rPr>
              <a:t>Line chart showing trends over time</a:t>
            </a:r>
          </a:p>
          <a:p>
            <a:r>
              <a:rPr lang="en-US" sz="2400" b="0" i="0" dirty="0">
                <a:solidFill>
                  <a:srgbClr val="222222"/>
                </a:solidFill>
                <a:effectLst/>
              </a:rPr>
              <a:t>Aggregate report data with the option to save it as a CSV (which you can open in Excel)</a:t>
            </a:r>
          </a:p>
          <a:p>
            <a:pPr marL="0" indent="0" algn="l">
              <a:buNone/>
            </a:pPr>
            <a:r>
              <a:rPr lang="en-US" sz="2400" b="0" i="0" dirty="0">
                <a:solidFill>
                  <a:srgbClr val="222222"/>
                </a:solidFill>
                <a:effectLst/>
              </a:rPr>
              <a:t>The GPT will ask for the organization being assessed, but it does not collect the person's name who is filling it out.</a:t>
            </a:r>
          </a:p>
          <a:p>
            <a:pPr marL="0" indent="0" algn="l">
              <a:buNone/>
            </a:pPr>
            <a:endParaRPr lang="en-US" sz="2400" dirty="0">
              <a:solidFill>
                <a:srgbClr val="222222"/>
              </a:solidFill>
            </a:endParaRPr>
          </a:p>
          <a:p>
            <a:pPr marL="0" indent="0" algn="l">
              <a:buNone/>
            </a:pPr>
            <a:endParaRPr lang="en-US" sz="2400" b="0" i="0" dirty="0">
              <a:solidFill>
                <a:srgbClr val="222222"/>
              </a:solidFill>
              <a:effectLst/>
            </a:endParaRPr>
          </a:p>
          <a:p>
            <a:pPr marL="0" indent="0">
              <a:buNone/>
            </a:pPr>
            <a:endParaRPr lang="en-US" dirty="0"/>
          </a:p>
        </p:txBody>
      </p:sp>
      <p:sp>
        <p:nvSpPr>
          <p:cNvPr id="4" name="Rectangle 1">
            <a:extLst>
              <a:ext uri="{FF2B5EF4-FFF2-40B4-BE49-F238E27FC236}">
                <a16:creationId xmlns:a16="http://schemas.microsoft.com/office/drawing/2014/main" id="{7DD45C00-41A9-C62C-D9DE-BAF72B76F9A3}"/>
              </a:ext>
            </a:extLst>
          </p:cNvPr>
          <p:cNvSpPr>
            <a:spLocks noChangeArrowheads="1"/>
          </p:cNvSpPr>
          <p:nvPr/>
        </p:nvSpPr>
        <p:spPr bwMode="auto">
          <a:xfrm>
            <a:off x="2615849" y="5393705"/>
            <a:ext cx="6960303"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rgbClr val="1155CC"/>
                </a:solidFill>
                <a:effectLst/>
                <a:cs typeface="Arial" panose="020B0604020202020204" pitchFamily="34" charset="0"/>
                <a:hlinkClick r:id="rId2"/>
              </a:rPr>
              <a:t>https://tinyurl.com/orgaitracker</a:t>
            </a:r>
            <a:r>
              <a:rPr kumimoji="0" lang="en-US" altLang="en-US" sz="36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5695091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6F335-5A3A-0B9F-8615-471BD312568F}"/>
              </a:ext>
            </a:extLst>
          </p:cNvPr>
          <p:cNvSpPr>
            <a:spLocks noGrp="1"/>
          </p:cNvSpPr>
          <p:nvPr>
            <p:ph type="title"/>
          </p:nvPr>
        </p:nvSpPr>
        <p:spPr/>
        <p:txBody>
          <a:bodyPr/>
          <a:lstStyle/>
          <a:p>
            <a:r>
              <a:rPr lang="en-US" dirty="0"/>
              <a:t>Helping Novel Become Normal</a:t>
            </a:r>
          </a:p>
        </p:txBody>
      </p:sp>
      <p:graphicFrame>
        <p:nvGraphicFramePr>
          <p:cNvPr id="5" name="Content Placeholder 2">
            <a:extLst>
              <a:ext uri="{FF2B5EF4-FFF2-40B4-BE49-F238E27FC236}">
                <a16:creationId xmlns:a16="http://schemas.microsoft.com/office/drawing/2014/main" id="{BA4CFECA-8402-9646-B981-E2950660E460}"/>
              </a:ext>
            </a:extLst>
          </p:cNvPr>
          <p:cNvGraphicFramePr>
            <a:graphicFrameLocks noGrp="1"/>
          </p:cNvGraphicFramePr>
          <p:nvPr>
            <p:ph idx="4294967295"/>
            <p:extLst>
              <p:ext uri="{D42A27DB-BD31-4B8C-83A1-F6EECF244321}">
                <p14:modId xmlns:p14="http://schemas.microsoft.com/office/powerpoint/2010/main" val="2371105481"/>
              </p:ext>
            </p:extLst>
          </p:nvPr>
        </p:nvGraphicFramePr>
        <p:xfrm>
          <a:off x="719137" y="2045653"/>
          <a:ext cx="10753725" cy="3767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2963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1F5B8AE-5547-ABF7-0314-B1633A9B1661}"/>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AI Notes from the ASAE 2024 Annual Meeting</a:t>
            </a:r>
          </a:p>
        </p:txBody>
      </p:sp>
      <p:sp>
        <p:nvSpPr>
          <p:cNvPr id="5" name="Content Placeholder 4">
            <a:extLst>
              <a:ext uri="{FF2B5EF4-FFF2-40B4-BE49-F238E27FC236}">
                <a16:creationId xmlns:a16="http://schemas.microsoft.com/office/drawing/2014/main" id="{B92E053F-EE83-9834-1306-1F07CF8396C8}"/>
              </a:ext>
            </a:extLst>
          </p:cNvPr>
          <p:cNvSpPr>
            <a:spLocks noGrp="1"/>
          </p:cNvSpPr>
          <p:nvPr>
            <p:ph idx="1"/>
          </p:nvPr>
        </p:nvSpPr>
        <p:spPr>
          <a:xfrm>
            <a:off x="1371599" y="1891970"/>
            <a:ext cx="10110487" cy="4832921"/>
          </a:xfrm>
        </p:spPr>
        <p:txBody>
          <a:bodyPr anchor="ctr">
            <a:normAutofit/>
          </a:bodyPr>
          <a:lstStyle/>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AI Integration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Like it or not, AI is becoming an integral part of daily operations. From content creation to data analysis, it's already embedded in many tools associations use. The challenge? Leveraging AI to do more with less without losing the human touch.</a:t>
            </a:r>
          </a:p>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Strategic Alignment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Don't fall for the "shiny object syndrome." AI adoption should be tied to your association's strategic objectives. Whether it's increasing content production or optimizing member services, AI should serve your mission, not dictate it.</a:t>
            </a:r>
          </a:p>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Transparency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Be upfront about your AI use. If you're using AI to draft content or summarize meetings, let your members know. Transparency isn't just ethical – it's a trust-builder.</a:t>
            </a:r>
          </a:p>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Ethical Considerations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Associations face unique ethical challenges with AI, including potential misinformation, bias, copyright issues, and data privacy concerns. Staying vigilant and establishing clear guidelines is crucial.</a:t>
            </a:r>
          </a:p>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Evolving Policies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Your AI policies shouldn't collect dust. They need regular updates to keep pace with rapidly evolving technology and changing terms of service. Make them accessible, understandable, and reinforced through ongoing training.</a:t>
            </a:r>
          </a:p>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Managing Shadow IT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Unmanaged AI tool usage can lead to security vulnerabilities and data inconsistencies. Clear policies and oversight are essential to prevent these risks.</a:t>
            </a:r>
          </a:p>
          <a:p>
            <a:endParaRPr lang="en-US" sz="1400" dirty="0"/>
          </a:p>
        </p:txBody>
      </p:sp>
    </p:spTree>
    <p:extLst>
      <p:ext uri="{BB962C8B-B14F-4D97-AF65-F5344CB8AC3E}">
        <p14:creationId xmlns:p14="http://schemas.microsoft.com/office/powerpoint/2010/main" val="27567854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01BC811-41D5-ED0F-6EEF-8CAE9B75BCE0}"/>
              </a:ext>
            </a:extLst>
          </p:cNvPr>
          <p:cNvSpPr>
            <a:spLocks noGrp="1"/>
          </p:cNvSpPr>
          <p:nvPr>
            <p:ph idx="1"/>
          </p:nvPr>
        </p:nvSpPr>
        <p:spPr>
          <a:xfrm>
            <a:off x="1144923" y="775504"/>
            <a:ext cx="5660991" cy="5624863"/>
          </a:xfrm>
        </p:spPr>
        <p:txBody>
          <a:bodyPr anchor="t">
            <a:normAutofit/>
          </a:bodyPr>
          <a:lstStyle/>
          <a:p>
            <a:pPr marL="0" indent="0">
              <a:buNone/>
            </a:pPr>
            <a:r>
              <a:rPr lang="en-US" sz="2400" dirty="0"/>
              <a:t>In your table group, select a facilitator (to keep the discussion going) and a timekeeper (to make sure all questions are discussed). Then discuss the following. You have 25 minutes:</a:t>
            </a:r>
          </a:p>
          <a:p>
            <a:r>
              <a:rPr lang="en-US" sz="2400" dirty="0"/>
              <a:t>What’s working for your organization with AI right now?</a:t>
            </a:r>
          </a:p>
          <a:p>
            <a:r>
              <a:rPr lang="en-US" sz="2400" dirty="0"/>
              <a:t>What challenges have you run into with AI and how have you dealt with those?</a:t>
            </a:r>
          </a:p>
          <a:p>
            <a:r>
              <a:rPr lang="en-US" sz="2400" dirty="0"/>
              <a:t>What’s your favorite AI tool and how have you used it for your organization?</a:t>
            </a:r>
          </a:p>
          <a:p>
            <a:r>
              <a:rPr lang="en-US" sz="2400" dirty="0"/>
              <a:t>What questions do you still need answered about using AI in your organization? How will you find the answers?</a:t>
            </a:r>
          </a:p>
          <a:p>
            <a:endParaRPr lang="en-US" sz="1600" dirty="0"/>
          </a:p>
          <a:p>
            <a:endParaRPr lang="en-US" sz="1600" dirty="0"/>
          </a:p>
        </p:txBody>
      </p:sp>
      <p:sp>
        <p:nvSpPr>
          <p:cNvPr id="11"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ccount Engagement Folder Sharing in Email Template | Greenkey - Jen Kazin">
            <a:extLst>
              <a:ext uri="{FF2B5EF4-FFF2-40B4-BE49-F238E27FC236}">
                <a16:creationId xmlns:a16="http://schemas.microsoft.com/office/drawing/2014/main" id="{FC2A1A4A-85DB-7EF7-DC12-53A514308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985" r="5348" b="-1"/>
          <a:stretch/>
        </p:blipFill>
        <p:spPr bwMode="auto">
          <a:xfrm>
            <a:off x="7075967" y="2271979"/>
            <a:ext cx="4170530" cy="2345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4892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9E718336-C28C-5D35-B418-8ABE80FA917F}"/>
              </a:ext>
            </a:extLst>
          </p:cNvPr>
          <p:cNvSpPr>
            <a:spLocks noGrp="1"/>
          </p:cNvSpPr>
          <p:nvPr>
            <p:ph type="title"/>
          </p:nvPr>
        </p:nvSpPr>
        <p:spPr>
          <a:xfrm>
            <a:off x="1127208" y="857251"/>
            <a:ext cx="4747280" cy="3098061"/>
          </a:xfrm>
        </p:spPr>
        <p:txBody>
          <a:bodyPr vert="horz" lIns="91440" tIns="45720" rIns="91440" bIns="45720" rtlCol="0" anchor="b">
            <a:normAutofit/>
          </a:bodyPr>
          <a:lstStyle/>
          <a:p>
            <a:r>
              <a:rPr lang="en-US" sz="4800" kern="1200">
                <a:solidFill>
                  <a:srgbClr val="FFFFFF"/>
                </a:solidFill>
                <a:latin typeface="+mj-lt"/>
                <a:ea typeface="+mj-ea"/>
                <a:cs typeface="+mj-cs"/>
              </a:rPr>
              <a:t>Next Steps</a:t>
            </a:r>
          </a:p>
        </p:txBody>
      </p:sp>
      <p:sp>
        <p:nvSpPr>
          <p:cNvPr id="26" name="Rectangle 25">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White arrows painted on the asphalt">
            <a:extLst>
              <a:ext uri="{FF2B5EF4-FFF2-40B4-BE49-F238E27FC236}">
                <a16:creationId xmlns:a16="http://schemas.microsoft.com/office/drawing/2014/main" id="{0F7398AF-406A-F01B-7E17-7FA6705FA4B3}"/>
              </a:ext>
            </a:extLst>
          </p:cNvPr>
          <p:cNvPicPr>
            <a:picLocks noChangeAspect="1"/>
          </p:cNvPicPr>
          <p:nvPr/>
        </p:nvPicPr>
        <p:blipFill rotWithShape="1">
          <a:blip r:embed="rId2"/>
          <a:srcRect l="17145" r="18178" b="-2"/>
          <a:stretch/>
        </p:blipFill>
        <p:spPr>
          <a:xfrm>
            <a:off x="7493414" y="2108877"/>
            <a:ext cx="2591454" cy="2654533"/>
          </a:xfrm>
          <a:prstGeom prst="rect">
            <a:avLst/>
          </a:prstGeom>
        </p:spPr>
      </p:pic>
    </p:spTree>
    <p:extLst>
      <p:ext uri="{BB962C8B-B14F-4D97-AF65-F5344CB8AC3E}">
        <p14:creationId xmlns:p14="http://schemas.microsoft.com/office/powerpoint/2010/main" val="2860426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29226AAE-01C4-4C6E-27DC-AAB3D47F2D92}"/>
              </a:ext>
            </a:extLst>
          </p:cNvPr>
          <p:cNvSpPr>
            <a:spLocks noGrp="1"/>
          </p:cNvSpPr>
          <p:nvPr>
            <p:ph idx="1"/>
          </p:nvPr>
        </p:nvSpPr>
        <p:spPr>
          <a:xfrm>
            <a:off x="4479403" y="649480"/>
            <a:ext cx="6886203" cy="5546047"/>
          </a:xfrm>
        </p:spPr>
        <p:txBody>
          <a:bodyPr anchor="ctr">
            <a:noAutofit/>
          </a:bodyPr>
          <a:lstStyle/>
          <a:p>
            <a:r>
              <a:rPr lang="en-US" sz="2400" dirty="0">
                <a:latin typeface="Aptos" panose="020B0004020202020204" pitchFamily="34" charset="0"/>
                <a:cs typeface="Calibri" panose="020F0502020204030204" pitchFamily="34" charset="0"/>
              </a:rPr>
              <a:t>Define who is responsible for keeping up with and informing others about new developments in AI.</a:t>
            </a:r>
          </a:p>
          <a:p>
            <a:r>
              <a:rPr lang="en-US" sz="2400" dirty="0">
                <a:latin typeface="Aptos" panose="020B0004020202020204" pitchFamily="34" charset="0"/>
                <a:cs typeface="Calibri" panose="020F0502020204030204" pitchFamily="34" charset="0"/>
              </a:rPr>
              <a:t>Develop an AI policy, getting buy-in from all stakeholders.</a:t>
            </a:r>
          </a:p>
          <a:p>
            <a:r>
              <a:rPr lang="en-US" sz="2400" dirty="0">
                <a:latin typeface="Aptos" panose="020B0004020202020204" pitchFamily="34" charset="0"/>
                <a:cs typeface="Calibri" panose="020F0502020204030204" pitchFamily="34" charset="0"/>
              </a:rPr>
              <a:t>Provide detailed, hands-on professional learning for all staff. Allow for honest conversations about concerns.</a:t>
            </a:r>
          </a:p>
          <a:p>
            <a:r>
              <a:rPr lang="en-US" sz="2400" dirty="0">
                <a:latin typeface="Aptos" panose="020B0004020202020204" pitchFamily="34" charset="0"/>
                <a:cs typeface="Calibri" panose="020F0502020204030204" pitchFamily="34" charset="0"/>
              </a:rPr>
              <a:t>Encourage exploration. Ensure that everyone is not afraid of trying and failing.</a:t>
            </a:r>
          </a:p>
          <a:p>
            <a:r>
              <a:rPr lang="en-US" sz="2400" dirty="0">
                <a:latin typeface="Aptos" panose="020B0004020202020204" pitchFamily="34" charset="0"/>
                <a:cs typeface="Calibri" panose="020F0502020204030204" pitchFamily="34" charset="0"/>
              </a:rPr>
              <a:t>Spotlight success regularly.</a:t>
            </a:r>
          </a:p>
          <a:p>
            <a:r>
              <a:rPr lang="en-US" sz="2400" dirty="0">
                <a:latin typeface="Aptos" panose="020B0004020202020204" pitchFamily="34" charset="0"/>
                <a:cs typeface="Calibri" panose="020F0502020204030204" pitchFamily="34" charset="0"/>
              </a:rPr>
              <a:t>Conduct ongoing evaluation and refinement of systems.  </a:t>
            </a:r>
          </a:p>
          <a:p>
            <a:r>
              <a:rPr lang="en-US" sz="2400" dirty="0">
                <a:latin typeface="Aptos" panose="020B0004020202020204" pitchFamily="34" charset="0"/>
                <a:cs typeface="Calibri" panose="020F0502020204030204" pitchFamily="34" charset="0"/>
              </a:rPr>
              <a:t>Provide and publish accountability and oversight measures.</a:t>
            </a:r>
          </a:p>
          <a:p>
            <a:r>
              <a:rPr lang="en-US" sz="2400" dirty="0">
                <a:latin typeface="Aptos" panose="020B0004020202020204" pitchFamily="34" charset="0"/>
                <a:cs typeface="Calibri" panose="020F0502020204030204" pitchFamily="34" charset="0"/>
              </a:rPr>
              <a:t>Make sure not to get too caught up in the “shiny object” syndrome.</a:t>
            </a:r>
          </a:p>
        </p:txBody>
      </p:sp>
    </p:spTree>
    <p:extLst>
      <p:ext uri="{BB962C8B-B14F-4D97-AF65-F5344CB8AC3E}">
        <p14:creationId xmlns:p14="http://schemas.microsoft.com/office/powerpoint/2010/main" val="28267306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938992-D1A1-3543-D2B4-BBDA938DE169}"/>
              </a:ext>
            </a:extLst>
          </p:cNvPr>
          <p:cNvSpPr>
            <a:spLocks noGrp="1"/>
          </p:cNvSpPr>
          <p:nvPr>
            <p:ph type="title"/>
          </p:nvPr>
        </p:nvSpPr>
        <p:spPr>
          <a:xfrm>
            <a:off x="1124822" y="143205"/>
            <a:ext cx="5323715" cy="1132633"/>
          </a:xfrm>
        </p:spPr>
        <p:txBody>
          <a:bodyPr anchor="b">
            <a:normAutofit/>
          </a:bodyPr>
          <a:lstStyle/>
          <a:p>
            <a:r>
              <a:rPr lang="en-US" sz="4000" dirty="0"/>
              <a:t>Stay Current!!</a:t>
            </a:r>
          </a:p>
        </p:txBody>
      </p:sp>
      <p:sp>
        <p:nvSpPr>
          <p:cNvPr id="3" name="Content Placeholder 2">
            <a:extLst>
              <a:ext uri="{FF2B5EF4-FFF2-40B4-BE49-F238E27FC236}">
                <a16:creationId xmlns:a16="http://schemas.microsoft.com/office/drawing/2014/main" id="{14687DC7-7E02-9567-E0B2-E3F994DD80F9}"/>
              </a:ext>
            </a:extLst>
          </p:cNvPr>
          <p:cNvSpPr>
            <a:spLocks noGrp="1"/>
          </p:cNvSpPr>
          <p:nvPr>
            <p:ph idx="1"/>
          </p:nvPr>
        </p:nvSpPr>
        <p:spPr>
          <a:xfrm>
            <a:off x="1133348" y="1632031"/>
            <a:ext cx="5315189" cy="4768336"/>
          </a:xfrm>
        </p:spPr>
        <p:txBody>
          <a:bodyPr anchor="t">
            <a:normAutofit lnSpcReduction="10000"/>
          </a:bodyPr>
          <a:lstStyle/>
          <a:p>
            <a:pPr marL="0" indent="0">
              <a:buNone/>
            </a:pPr>
            <a:r>
              <a:rPr lang="en-US" sz="2400" dirty="0"/>
              <a:t>It’s critical to stay up to date with the growth in AI tools and resources. For example, </a:t>
            </a:r>
            <a:r>
              <a:rPr lang="en-US" sz="2400" b="0" i="0" dirty="0">
                <a:effectLst/>
              </a:rPr>
              <a:t>OpenAI Japan’s CEO just </a:t>
            </a:r>
            <a:r>
              <a:rPr lang="en-US" sz="2400" b="1" i="0" dirty="0">
                <a:effectLst/>
                <a:hlinkClick r:id="rId2"/>
              </a:rPr>
              <a:t>stated</a:t>
            </a:r>
            <a:r>
              <a:rPr lang="en-US" sz="2400" b="0" i="0" dirty="0">
                <a:effectLst/>
              </a:rPr>
              <a:t> (article is in Japanese) that “GPT-Next,” OpenAI’s upcoming AI model, is expected to be </a:t>
            </a:r>
            <a:r>
              <a:rPr lang="en-US" sz="2400" b="1" i="0" dirty="0">
                <a:effectLst/>
              </a:rPr>
              <a:t>100 times more powerful than GPT-4</a:t>
            </a:r>
            <a:r>
              <a:rPr lang="en-US" sz="2400" b="0" i="0" dirty="0">
                <a:effectLst/>
              </a:rPr>
              <a:t>, while also confirming a more advanced model named Orion is slated for 2025.</a:t>
            </a:r>
          </a:p>
          <a:p>
            <a:pPr marL="0" indent="0">
              <a:buNone/>
            </a:pPr>
            <a:endParaRPr lang="en-US" sz="2400" dirty="0"/>
          </a:p>
          <a:p>
            <a:pPr marL="0" indent="0">
              <a:buNone/>
            </a:pPr>
            <a:r>
              <a:rPr lang="en-US" sz="2400" b="0" i="0" dirty="0">
                <a:effectLst/>
              </a:rPr>
              <a:t>The </a:t>
            </a:r>
            <a:r>
              <a:rPr lang="en-US" sz="2400" i="0" dirty="0">
                <a:effectLst/>
                <a:hlinkClick r:id="rId3"/>
              </a:rPr>
              <a:t>TCEA blog </a:t>
            </a:r>
            <a:r>
              <a:rPr lang="en-US" sz="2400" b="0" i="0" dirty="0">
                <a:effectLst/>
              </a:rPr>
              <a:t>can help you stay current, as can these resources:</a:t>
            </a:r>
          </a:p>
          <a:p>
            <a:r>
              <a:rPr lang="en-US" sz="2100" dirty="0">
                <a:latin typeface="Aptos" panose="020B0004020202020204" pitchFamily="34" charset="0"/>
                <a:hlinkClick r:id="rId4"/>
              </a:rPr>
              <a:t>Ben’s Bites </a:t>
            </a:r>
            <a:r>
              <a:rPr lang="en-US" sz="2100" dirty="0">
                <a:latin typeface="Aptos" panose="020B0004020202020204" pitchFamily="34" charset="0"/>
              </a:rPr>
              <a:t>free daily enewsletter</a:t>
            </a:r>
          </a:p>
          <a:p>
            <a:r>
              <a:rPr lang="en-US" sz="2100" i="0" dirty="0">
                <a:effectLst/>
                <a:latin typeface="Aptos" panose="020B0004020202020204" pitchFamily="34" charset="0"/>
                <a:hlinkClick r:id="rId5"/>
              </a:rPr>
              <a:t>The Neuron </a:t>
            </a:r>
            <a:r>
              <a:rPr lang="en-US" sz="2100" dirty="0">
                <a:latin typeface="Aptos" panose="020B0004020202020204" pitchFamily="34" charset="0"/>
              </a:rPr>
              <a:t>free d</a:t>
            </a:r>
            <a:r>
              <a:rPr lang="en-US" sz="2100" i="0" dirty="0">
                <a:effectLst/>
                <a:latin typeface="Aptos" panose="020B0004020202020204" pitchFamily="34" charset="0"/>
              </a:rPr>
              <a:t>aily enewsletter</a:t>
            </a:r>
          </a:p>
          <a:p>
            <a:pPr marL="0" indent="0">
              <a:buNone/>
            </a:pPr>
            <a:endParaRPr lang="en-US" sz="1700" dirty="0"/>
          </a:p>
        </p:txBody>
      </p:sp>
      <p:sp>
        <p:nvSpPr>
          <p:cNvPr id="2057" name="Rectangle 205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1" name="Rectangle 206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3" name="Rectangle 206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7 Simple Ways to Stay Current on Technology | All Things Admin">
            <a:extLst>
              <a:ext uri="{FF2B5EF4-FFF2-40B4-BE49-F238E27FC236}">
                <a16:creationId xmlns:a16="http://schemas.microsoft.com/office/drawing/2014/main" id="{D7F63E2B-CF7E-F991-1C26-4B4AB110FF85}"/>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075967" y="1880998"/>
            <a:ext cx="4170530" cy="3127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8751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4025BC9-2671-F4E6-A493-B7856DB9F6A6}"/>
              </a:ext>
            </a:extLst>
          </p:cNvPr>
          <p:cNvSpPr>
            <a:spLocks noGrp="1"/>
          </p:cNvSpPr>
          <p:nvPr>
            <p:ph type="title"/>
          </p:nvPr>
        </p:nvSpPr>
        <p:spPr>
          <a:xfrm>
            <a:off x="1329766" y="1146412"/>
            <a:ext cx="9014348" cy="2402006"/>
          </a:xfrm>
        </p:spPr>
        <p:txBody>
          <a:bodyPr vert="horz" lIns="91440" tIns="45720" rIns="91440" bIns="45720" rtlCol="0" anchor="b">
            <a:normAutofit/>
          </a:bodyPr>
          <a:lstStyle/>
          <a:p>
            <a:r>
              <a:rPr lang="en-US" sz="4800" kern="1200" dirty="0">
                <a:solidFill>
                  <a:schemeClr val="tx1"/>
                </a:solidFill>
                <a:latin typeface="+mj-lt"/>
                <a:ea typeface="+mj-ea"/>
                <a:cs typeface="+mj-cs"/>
              </a:rPr>
              <a:t>Supporting AI Resources</a:t>
            </a:r>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97657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29E8017-FE1E-24F7-E8E6-3A6F67ACB5E1}"/>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Resources for Leaders</a:t>
            </a:r>
          </a:p>
        </p:txBody>
      </p:sp>
      <p:sp>
        <p:nvSpPr>
          <p:cNvPr id="5" name="Content Placeholder 4">
            <a:extLst>
              <a:ext uri="{FF2B5EF4-FFF2-40B4-BE49-F238E27FC236}">
                <a16:creationId xmlns:a16="http://schemas.microsoft.com/office/drawing/2014/main" id="{AD6548E9-AFF3-61D1-ADC0-A043F7FE961D}"/>
              </a:ext>
            </a:extLst>
          </p:cNvPr>
          <p:cNvSpPr>
            <a:spLocks noGrp="1"/>
          </p:cNvSpPr>
          <p:nvPr>
            <p:ph idx="1"/>
          </p:nvPr>
        </p:nvSpPr>
        <p:spPr>
          <a:xfrm>
            <a:off x="4810259" y="649480"/>
            <a:ext cx="6555347" cy="5546047"/>
          </a:xfrm>
        </p:spPr>
        <p:txBody>
          <a:bodyPr anchor="ctr">
            <a:noAutofit/>
          </a:bodyPr>
          <a:lstStyle/>
          <a:p>
            <a:pPr marL="457200" lvl="0" indent="-342900" rtl="0">
              <a:spcBef>
                <a:spcPts val="1000"/>
              </a:spcBef>
              <a:spcAft>
                <a:spcPts val="0"/>
              </a:spcAft>
              <a:buClr>
                <a:schemeClr val="dk1"/>
              </a:buClr>
              <a:buSzPts val="1800"/>
              <a:buChar char="•"/>
            </a:pPr>
            <a:r>
              <a:rPr lang="en-US" sz="2400" u="sng" dirty="0">
                <a:ea typeface="Calibri"/>
                <a:cs typeface="Calibri"/>
                <a:sym typeface="Calibri"/>
                <a:hlinkClick r:id="rId2"/>
              </a:rPr>
              <a:t>Nonprofits and AI: Managing and Other Risks</a:t>
            </a:r>
            <a:endParaRPr lang="en-US" sz="2400" u="sng" dirty="0">
              <a:ea typeface="Calibri"/>
              <a:cs typeface="Calibri"/>
              <a:sym typeface="Calibri"/>
              <a:hlinkClick r:id="rId3"/>
            </a:endParaRPr>
          </a:p>
          <a:p>
            <a:pPr marL="457200" lvl="0" indent="-342900" rtl="0">
              <a:spcBef>
                <a:spcPts val="1000"/>
              </a:spcBef>
              <a:spcAft>
                <a:spcPts val="0"/>
              </a:spcAft>
              <a:buClr>
                <a:schemeClr val="dk1"/>
              </a:buClr>
              <a:buSzPts val="1800"/>
              <a:buChar char="•"/>
            </a:pPr>
            <a:r>
              <a:rPr lang="en-US" sz="2400" u="sng" dirty="0">
                <a:ea typeface="Calibri"/>
                <a:cs typeface="Calibri"/>
                <a:sym typeface="Calibri"/>
                <a:hlinkClick r:id="rId3"/>
              </a:rPr>
              <a:t>Ethical Considerations for Using Artificial Intelligence</a:t>
            </a:r>
            <a:endParaRPr lang="en-US" sz="2400" dirty="0">
              <a:ea typeface="Calibri"/>
              <a:cs typeface="Calibri"/>
              <a:sym typeface="Calibri"/>
            </a:endParaRPr>
          </a:p>
          <a:p>
            <a:pPr marL="457200" lvl="0" indent="-342900" rtl="0">
              <a:spcBef>
                <a:spcPts val="1000"/>
              </a:spcBef>
              <a:spcAft>
                <a:spcPts val="0"/>
              </a:spcAft>
              <a:buClr>
                <a:schemeClr val="dk1"/>
              </a:buClr>
              <a:buSzPts val="1800"/>
              <a:buChar char="•"/>
            </a:pPr>
            <a:r>
              <a:rPr lang="en-US" sz="2400" u="sng" dirty="0">
                <a:ea typeface="Calibri"/>
                <a:cs typeface="Calibri"/>
                <a:sym typeface="Calibri"/>
                <a:hlinkClick r:id="rId4"/>
              </a:rPr>
              <a:t>K12 Generative AI Readiness Checklist Questionnaire</a:t>
            </a:r>
            <a:r>
              <a:rPr lang="en-US" sz="2400" dirty="0">
                <a:ea typeface="Calibri"/>
                <a:cs typeface="Calibri"/>
                <a:sym typeface="Calibri"/>
              </a:rPr>
              <a:t> (designed for school districts, but excellent for everyone)</a:t>
            </a:r>
          </a:p>
          <a:p>
            <a:pPr marL="457200" lvl="0" indent="-342900" rtl="0">
              <a:spcBef>
                <a:spcPts val="1000"/>
              </a:spcBef>
              <a:spcAft>
                <a:spcPts val="0"/>
              </a:spcAft>
              <a:buClr>
                <a:schemeClr val="dk1"/>
              </a:buClr>
              <a:buSzPts val="1800"/>
              <a:buChar char="•"/>
            </a:pPr>
            <a:r>
              <a:rPr lang="en-US" sz="2400" dirty="0">
                <a:ea typeface="Calibri"/>
                <a:cs typeface="Calibri"/>
                <a:sym typeface="Calibri"/>
                <a:hlinkClick r:id="rId5"/>
              </a:rPr>
              <a:t>NIST </a:t>
            </a:r>
            <a:r>
              <a:rPr lang="en-US" sz="2400" dirty="0">
                <a:cs typeface="Calibri"/>
                <a:hlinkClick r:id="rId5"/>
              </a:rPr>
              <a:t>Artificial Intelligence Risk Management Framework</a:t>
            </a:r>
            <a:endParaRPr lang="en-US" sz="2400" dirty="0">
              <a:cs typeface="Calibri"/>
            </a:endParaRPr>
          </a:p>
          <a:p>
            <a:pPr marL="457200" lvl="0" indent="-342900" rtl="0">
              <a:spcBef>
                <a:spcPts val="1000"/>
              </a:spcBef>
              <a:spcAft>
                <a:spcPts val="0"/>
              </a:spcAft>
              <a:buClr>
                <a:schemeClr val="dk1"/>
              </a:buClr>
              <a:buSzPts val="1800"/>
              <a:buChar char="•"/>
            </a:pPr>
            <a:r>
              <a:rPr lang="en-US" sz="2400" dirty="0">
                <a:cs typeface="Calibri"/>
                <a:hlinkClick r:id="rId6"/>
              </a:rPr>
              <a:t>Top AI Guidelines for Associations to Follow</a:t>
            </a:r>
            <a:endParaRPr lang="en-US" sz="2400" dirty="0">
              <a:cs typeface="Calibri"/>
            </a:endParaRPr>
          </a:p>
          <a:p>
            <a:pPr marL="457200" lvl="0" indent="-342900" rtl="0">
              <a:spcBef>
                <a:spcPts val="1000"/>
              </a:spcBef>
              <a:spcAft>
                <a:spcPts val="0"/>
              </a:spcAft>
              <a:buClr>
                <a:schemeClr val="dk1"/>
              </a:buClr>
              <a:buSzPts val="1800"/>
              <a:buChar char="•"/>
            </a:pPr>
            <a:r>
              <a:rPr lang="en-US" sz="2400" dirty="0">
                <a:cs typeface="Calibri"/>
                <a:sym typeface="Calibri"/>
                <a:hlinkClick r:id="rId7"/>
              </a:rPr>
              <a:t>Developing Guidelines for the Use of Generative Artificial Intelligence in Local Government</a:t>
            </a:r>
            <a:endParaRPr lang="en-US" sz="2400" dirty="0">
              <a:cs typeface="Calibri"/>
              <a:sym typeface="Calibri"/>
            </a:endParaRPr>
          </a:p>
          <a:p>
            <a:pPr marL="457200" lvl="0" indent="-342900" rtl="0">
              <a:spcBef>
                <a:spcPts val="1000"/>
              </a:spcBef>
              <a:spcAft>
                <a:spcPts val="0"/>
              </a:spcAft>
              <a:buClr>
                <a:schemeClr val="dk1"/>
              </a:buClr>
              <a:buSzPts val="1800"/>
              <a:buChar char="•"/>
            </a:pPr>
            <a:r>
              <a:rPr lang="en-US" sz="2400" dirty="0">
                <a:ea typeface="Calibri"/>
                <a:cs typeface="Calibri"/>
                <a:sym typeface="Calibri"/>
                <a:hlinkClick r:id="rId8"/>
              </a:rPr>
              <a:t>Rubric for Evaluating AI Tools</a:t>
            </a:r>
            <a:endParaRPr lang="en-US" sz="2400" dirty="0">
              <a:ea typeface="Calibri"/>
              <a:cs typeface="Calibri"/>
              <a:sym typeface="Calibri"/>
            </a:endParaRPr>
          </a:p>
          <a:p>
            <a:pPr marL="457200" lvl="0" indent="-342900" rtl="0">
              <a:spcBef>
                <a:spcPts val="1000"/>
              </a:spcBef>
              <a:spcAft>
                <a:spcPts val="0"/>
              </a:spcAft>
              <a:buClr>
                <a:schemeClr val="dk1"/>
              </a:buClr>
              <a:buSzPts val="1800"/>
              <a:buChar char="•"/>
            </a:pPr>
            <a:r>
              <a:rPr lang="en-US" sz="2400" dirty="0">
                <a:cs typeface="Calibri"/>
                <a:sym typeface="Calibri"/>
                <a:hlinkClick r:id="rId9"/>
              </a:rPr>
              <a:t>Sample Online Meeting Recording Policy</a:t>
            </a:r>
            <a:endParaRPr lang="en-US" sz="2400" dirty="0">
              <a:cs typeface="Calibri"/>
              <a:sym typeface="Calibri"/>
            </a:endParaRPr>
          </a:p>
          <a:p>
            <a:pPr marL="457200" lvl="0" indent="-342900" rtl="0">
              <a:spcBef>
                <a:spcPts val="1000"/>
              </a:spcBef>
              <a:spcAft>
                <a:spcPts val="0"/>
              </a:spcAft>
              <a:buClr>
                <a:schemeClr val="dk1"/>
              </a:buClr>
              <a:buSzPts val="1800"/>
              <a:buChar char="•"/>
            </a:pPr>
            <a:r>
              <a:rPr lang="en-US" sz="2400" dirty="0">
                <a:cs typeface="Calibri"/>
                <a:sym typeface="Calibri"/>
                <a:hlinkClick r:id="rId10"/>
              </a:rPr>
              <a:t>AI Readiness Sprint </a:t>
            </a:r>
            <a:r>
              <a:rPr lang="en-US" sz="2400" dirty="0">
                <a:cs typeface="Calibri"/>
                <a:sym typeface="Calibri"/>
              </a:rPr>
              <a:t>(for training)</a:t>
            </a:r>
            <a:endParaRPr lang="en-US" sz="2400" dirty="0"/>
          </a:p>
        </p:txBody>
      </p:sp>
    </p:spTree>
    <p:extLst>
      <p:ext uri="{BB962C8B-B14F-4D97-AF65-F5344CB8AC3E}">
        <p14:creationId xmlns:p14="http://schemas.microsoft.com/office/powerpoint/2010/main" val="5418995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7771F-7BF6-4640-D74D-B2DE79537EEB}"/>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Resources for Supporting Boards</a:t>
            </a:r>
          </a:p>
        </p:txBody>
      </p:sp>
      <p:sp>
        <p:nvSpPr>
          <p:cNvPr id="3" name="Content Placeholder 2">
            <a:extLst>
              <a:ext uri="{FF2B5EF4-FFF2-40B4-BE49-F238E27FC236}">
                <a16:creationId xmlns:a16="http://schemas.microsoft.com/office/drawing/2014/main" id="{8ABB9B83-521A-4287-6580-48E0C828E8DE}"/>
              </a:ext>
            </a:extLst>
          </p:cNvPr>
          <p:cNvSpPr>
            <a:spLocks noGrp="1"/>
          </p:cNvSpPr>
          <p:nvPr>
            <p:ph idx="1"/>
          </p:nvPr>
        </p:nvSpPr>
        <p:spPr>
          <a:xfrm>
            <a:off x="1371599" y="2318197"/>
            <a:ext cx="9724031" cy="3683358"/>
          </a:xfrm>
        </p:spPr>
        <p:txBody>
          <a:bodyPr anchor="ctr">
            <a:normAutofit/>
          </a:bodyPr>
          <a:lstStyle/>
          <a:p>
            <a:r>
              <a:rPr lang="en-US" sz="2400" dirty="0">
                <a:latin typeface="Aptos" panose="020B0004020202020204" pitchFamily="34" charset="0"/>
                <a:hlinkClick r:id="rId2"/>
              </a:rPr>
              <a:t>AI Stewardship for the Fit-for-Purpose Association Board: Part 1</a:t>
            </a:r>
            <a:endParaRPr lang="en-US" sz="2400" dirty="0">
              <a:latin typeface="Aptos" panose="020B0004020202020204" pitchFamily="34" charset="0"/>
            </a:endParaRPr>
          </a:p>
          <a:p>
            <a:r>
              <a:rPr lang="en-US" sz="2400" dirty="0">
                <a:latin typeface="Aptos" panose="020B0004020202020204" pitchFamily="34" charset="0"/>
                <a:hlinkClick r:id="rId3"/>
              </a:rPr>
              <a:t>AI Stewardship for the Fit-for-Purpose Association Board: Part 2</a:t>
            </a:r>
            <a:endParaRPr lang="en-US" sz="2400" dirty="0">
              <a:latin typeface="Aptos" panose="020B0004020202020204" pitchFamily="34" charset="0"/>
            </a:endParaRPr>
          </a:p>
          <a:p>
            <a:r>
              <a:rPr lang="en-US" sz="2400" dirty="0">
                <a:latin typeface="Aptos" panose="020B0004020202020204" pitchFamily="34" charset="0"/>
                <a:hlinkClick r:id="rId4"/>
              </a:rPr>
              <a:t>AI Stewardship for the Fit-for-Purpose Association Board: Part 3</a:t>
            </a:r>
            <a:endParaRPr lang="en-US" sz="2400" dirty="0">
              <a:latin typeface="Aptos" panose="020B0004020202020204" pitchFamily="34" charset="0"/>
            </a:endParaRPr>
          </a:p>
          <a:p>
            <a:r>
              <a:rPr lang="en-US" sz="2400" dirty="0">
                <a:latin typeface="Aptos" panose="020B0004020202020204" pitchFamily="34" charset="0"/>
                <a:hlinkClick r:id="rId5"/>
              </a:rPr>
              <a:t>Generative AI Considerations for Association Boards and CEOs: Part 1</a:t>
            </a:r>
            <a:endParaRPr lang="en-US" sz="2400" dirty="0">
              <a:latin typeface="Aptos" panose="020B0004020202020204" pitchFamily="34" charset="0"/>
            </a:endParaRPr>
          </a:p>
          <a:p>
            <a:r>
              <a:rPr lang="en-US" sz="2400" dirty="0">
                <a:latin typeface="Aptos" panose="020B0004020202020204" pitchFamily="34" charset="0"/>
                <a:hlinkClick r:id="rId6"/>
              </a:rPr>
              <a:t>Generative AI Considerations for Association Boards and CEOs: Part 2</a:t>
            </a:r>
            <a:endParaRPr lang="en-US" sz="2400" dirty="0">
              <a:latin typeface="Aptos" panose="020B0004020202020204" pitchFamily="34" charset="0"/>
            </a:endParaRPr>
          </a:p>
          <a:p>
            <a:r>
              <a:rPr lang="en-US" sz="2400" dirty="0">
                <a:latin typeface="Aptos" panose="020B0004020202020204" pitchFamily="34" charset="0"/>
                <a:hlinkClick r:id="rId7"/>
              </a:rPr>
              <a:t>Generative AI Considerations for Association Boards and CEOs: Part 3</a:t>
            </a:r>
            <a:endParaRPr lang="en-US" sz="2400" dirty="0">
              <a:latin typeface="Aptos" panose="020B0004020202020204" pitchFamily="34" charset="0"/>
            </a:endParaRPr>
          </a:p>
          <a:p>
            <a:r>
              <a:rPr lang="en-US" sz="2400" dirty="0">
                <a:latin typeface="Aptos" panose="020B0004020202020204" pitchFamily="34" charset="0"/>
                <a:hlinkClick r:id="rId8"/>
              </a:rPr>
              <a:t>AI and Nonprofits: What Boards Need to Know</a:t>
            </a:r>
            <a:endParaRPr lang="en-US" sz="2400" dirty="0">
              <a:latin typeface="Aptos" panose="020B0004020202020204" pitchFamily="34" charset="0"/>
            </a:endParaRPr>
          </a:p>
        </p:txBody>
      </p:sp>
    </p:spTree>
    <p:extLst>
      <p:ext uri="{BB962C8B-B14F-4D97-AF65-F5344CB8AC3E}">
        <p14:creationId xmlns:p14="http://schemas.microsoft.com/office/powerpoint/2010/main" val="31227165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E843C-334D-6EBD-6398-02345E2E43A6}"/>
              </a:ext>
            </a:extLst>
          </p:cNvPr>
          <p:cNvSpPr>
            <a:spLocks noGrp="1"/>
          </p:cNvSpPr>
          <p:nvPr>
            <p:ph type="title"/>
          </p:nvPr>
        </p:nvSpPr>
        <p:spPr/>
        <p:txBody>
          <a:bodyPr/>
          <a:lstStyle/>
          <a:p>
            <a:r>
              <a:rPr lang="en-US" dirty="0"/>
              <a:t>Resources for Policy Development</a:t>
            </a:r>
          </a:p>
        </p:txBody>
      </p:sp>
      <p:sp>
        <p:nvSpPr>
          <p:cNvPr id="3" name="Content Placeholder 2">
            <a:extLst>
              <a:ext uri="{FF2B5EF4-FFF2-40B4-BE49-F238E27FC236}">
                <a16:creationId xmlns:a16="http://schemas.microsoft.com/office/drawing/2014/main" id="{2B673612-B202-3460-3319-C20236960EE9}"/>
              </a:ext>
            </a:extLst>
          </p:cNvPr>
          <p:cNvSpPr>
            <a:spLocks noGrp="1"/>
          </p:cNvSpPr>
          <p:nvPr>
            <p:ph idx="1"/>
          </p:nvPr>
        </p:nvSpPr>
        <p:spPr/>
        <p:txBody>
          <a:bodyPr>
            <a:normAutofit lnSpcReduction="10000"/>
          </a:bodyPr>
          <a:lstStyle/>
          <a:p>
            <a:r>
              <a:rPr lang="en-US" sz="2800" dirty="0">
                <a:latin typeface="Aptos" panose="020B0004020202020204" pitchFamily="34" charset="0"/>
                <a:hlinkClick r:id="rId2"/>
              </a:rPr>
              <a:t>Seven Things to Include in a Workplace Generative AI Policy</a:t>
            </a:r>
            <a:endParaRPr lang="en-US" sz="2800" dirty="0">
              <a:latin typeface="Aptos" panose="020B0004020202020204" pitchFamily="34" charset="0"/>
            </a:endParaRPr>
          </a:p>
          <a:p>
            <a:r>
              <a:rPr lang="en-US" sz="2800" dirty="0">
                <a:latin typeface="Aptos" panose="020B0004020202020204" pitchFamily="34" charset="0"/>
                <a:hlinkClick r:id="rId3"/>
              </a:rPr>
              <a:t>AI Policy Guide and Template for Not-for-Profit Organizations</a:t>
            </a:r>
            <a:endParaRPr lang="en-US" sz="2800" dirty="0">
              <a:latin typeface="Aptos" panose="020B0004020202020204" pitchFamily="34" charset="0"/>
            </a:endParaRPr>
          </a:p>
          <a:p>
            <a:r>
              <a:rPr lang="en-US" dirty="0">
                <a:latin typeface="Aptos" panose="020B0004020202020204" pitchFamily="34" charset="0"/>
                <a:hlinkClick r:id="rId4"/>
              </a:rPr>
              <a:t>An Example AI Policy Written by AI </a:t>
            </a:r>
            <a:r>
              <a:rPr lang="en-US" dirty="0">
                <a:latin typeface="Aptos" panose="020B0004020202020204" pitchFamily="34" charset="0"/>
              </a:rPr>
              <a:t>from the American Booksellers Association</a:t>
            </a:r>
          </a:p>
          <a:p>
            <a:r>
              <a:rPr lang="en-US" sz="2800" dirty="0">
                <a:latin typeface="Aptos" panose="020B0004020202020204" pitchFamily="34" charset="0"/>
                <a:hlinkClick r:id="rId5"/>
              </a:rPr>
              <a:t>Developing Policies to Govern AI </a:t>
            </a:r>
            <a:r>
              <a:rPr lang="en-US" sz="2800" dirty="0">
                <a:latin typeface="Aptos" panose="020B0004020202020204" pitchFamily="34" charset="0"/>
              </a:rPr>
              <a:t>from ASAE</a:t>
            </a:r>
          </a:p>
          <a:p>
            <a:r>
              <a:rPr lang="en-US" sz="2800" dirty="0">
                <a:latin typeface="Aptos" panose="020B0004020202020204" pitchFamily="34" charset="0"/>
                <a:hlinkClick r:id="rId6"/>
              </a:rPr>
              <a:t>A Framework toward Responsible and Beneficial AI for Fundraising</a:t>
            </a:r>
            <a:endParaRPr lang="en-US" sz="2800" dirty="0">
              <a:latin typeface="Aptos" panose="020B0004020202020204" pitchFamily="34" charset="0"/>
            </a:endParaRPr>
          </a:p>
          <a:p>
            <a:r>
              <a:rPr lang="en-US" sz="2800" dirty="0">
                <a:latin typeface="Aptos" panose="020B0004020202020204" pitchFamily="34" charset="0"/>
                <a:hlinkClick r:id="rId7"/>
              </a:rPr>
              <a:t>10 Tips for Creating a Generative AI Policy for Local Governments</a:t>
            </a:r>
            <a:endParaRPr lang="en-US" sz="2800" dirty="0">
              <a:latin typeface="Aptos" panose="020B0004020202020204" pitchFamily="34" charset="0"/>
            </a:endParaRPr>
          </a:p>
          <a:p>
            <a:r>
              <a:rPr lang="en-US" sz="2800" dirty="0">
                <a:latin typeface="Aptos" panose="020B0004020202020204" pitchFamily="34" charset="0"/>
                <a:hlinkClick r:id="rId8"/>
              </a:rPr>
              <a:t>City of Seattle Generative Artificial Intelligence Policy </a:t>
            </a:r>
            <a:endParaRPr lang="en-US" sz="2800" dirty="0">
              <a:latin typeface="Aptos" panose="020B0004020202020204" pitchFamily="34" charset="0"/>
            </a:endParaRPr>
          </a:p>
          <a:p>
            <a:r>
              <a:rPr lang="en-US" dirty="0">
                <a:latin typeface="Aptos" panose="020B0004020202020204" pitchFamily="34" charset="0"/>
                <a:hlinkClick r:id="rId9"/>
              </a:rPr>
              <a:t>Sample Policies</a:t>
            </a:r>
            <a:endParaRPr lang="en-US" sz="2800" dirty="0">
              <a:latin typeface="Aptos" panose="020B0004020202020204" pitchFamily="34" charset="0"/>
            </a:endParaRPr>
          </a:p>
          <a:p>
            <a:endParaRPr lang="en-US" dirty="0"/>
          </a:p>
        </p:txBody>
      </p:sp>
    </p:spTree>
    <p:extLst>
      <p:ext uri="{BB962C8B-B14F-4D97-AF65-F5344CB8AC3E}">
        <p14:creationId xmlns:p14="http://schemas.microsoft.com/office/powerpoint/2010/main" val="19874901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CAF487-23ED-4A38-78B1-23F46F763125}"/>
              </a:ext>
            </a:extLst>
          </p:cNvPr>
          <p:cNvSpPr>
            <a:spLocks noGrp="1"/>
          </p:cNvSpPr>
          <p:nvPr>
            <p:ph type="title"/>
          </p:nvPr>
        </p:nvSpPr>
        <p:spPr>
          <a:xfrm>
            <a:off x="699714" y="5490971"/>
            <a:ext cx="6962072" cy="1159200"/>
          </a:xfrm>
        </p:spPr>
        <p:txBody>
          <a:bodyPr vert="horz" lIns="91440" tIns="45720" rIns="91440" bIns="45720" rtlCol="0" anchor="ctr">
            <a:normAutofit/>
          </a:bodyPr>
          <a:lstStyle/>
          <a:p>
            <a:r>
              <a:rPr lang="en-US" sz="4000" kern="1200">
                <a:solidFill>
                  <a:srgbClr val="FFFFFF"/>
                </a:solidFill>
                <a:latin typeface="+mj-lt"/>
                <a:ea typeface="+mj-ea"/>
                <a:cs typeface="+mj-cs"/>
              </a:rPr>
              <a:t>Creating Your Own Chatbot</a:t>
            </a:r>
          </a:p>
        </p:txBody>
      </p:sp>
      <p:pic>
        <p:nvPicPr>
          <p:cNvPr id="7" name="Picture 6">
            <a:extLst>
              <a:ext uri="{FF2B5EF4-FFF2-40B4-BE49-F238E27FC236}">
                <a16:creationId xmlns:a16="http://schemas.microsoft.com/office/drawing/2014/main" id="{8A88B7B6-A988-DBC9-4304-9D31EC1E8D2C}"/>
              </a:ext>
            </a:extLst>
          </p:cNvPr>
          <p:cNvPicPr>
            <a:picLocks noChangeAspect="1"/>
          </p:cNvPicPr>
          <p:nvPr/>
        </p:nvPicPr>
        <p:blipFill rotWithShape="1">
          <a:blip r:embed="rId2"/>
          <a:srcRect l="4375" t="15370" r="5391" b="5185"/>
          <a:stretch/>
        </p:blipFill>
        <p:spPr>
          <a:xfrm>
            <a:off x="1579792" y="390832"/>
            <a:ext cx="9125035" cy="4519114"/>
          </a:xfrm>
          <a:prstGeom prst="rect">
            <a:avLst/>
          </a:prstGeom>
        </p:spPr>
      </p:pic>
    </p:spTree>
    <p:extLst>
      <p:ext uri="{BB962C8B-B14F-4D97-AF65-F5344CB8AC3E}">
        <p14:creationId xmlns:p14="http://schemas.microsoft.com/office/powerpoint/2010/main" val="37196270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A52830-7EA0-2961-2A66-FFB3A40C1B41}"/>
              </a:ext>
            </a:extLst>
          </p:cNvPr>
          <p:cNvSpPr>
            <a:spLocks noGrp="1"/>
          </p:cNvSpPr>
          <p:nvPr>
            <p:ph type="title"/>
          </p:nvPr>
        </p:nvSpPr>
        <p:spPr>
          <a:xfrm>
            <a:off x="586478" y="1683756"/>
            <a:ext cx="3115265" cy="2396359"/>
          </a:xfrm>
        </p:spPr>
        <p:txBody>
          <a:bodyPr anchor="b">
            <a:normAutofit/>
          </a:bodyPr>
          <a:lstStyle/>
          <a:p>
            <a:pPr algn="r"/>
            <a:r>
              <a:rPr lang="en-US" sz="3700">
                <a:solidFill>
                  <a:srgbClr val="FFFFFF"/>
                </a:solidFill>
              </a:rPr>
              <a:t>Recommended Chatbot Platforms</a:t>
            </a:r>
          </a:p>
        </p:txBody>
      </p:sp>
      <p:graphicFrame>
        <p:nvGraphicFramePr>
          <p:cNvPr id="5" name="Content Placeholder 2">
            <a:extLst>
              <a:ext uri="{FF2B5EF4-FFF2-40B4-BE49-F238E27FC236}">
                <a16:creationId xmlns:a16="http://schemas.microsoft.com/office/drawing/2014/main" id="{814F7D97-B2B6-5E7D-BE72-F715F70F5A1F}"/>
              </a:ext>
            </a:extLst>
          </p:cNvPr>
          <p:cNvGraphicFramePr>
            <a:graphicFrameLocks noGrp="1"/>
          </p:cNvGraphicFramePr>
          <p:nvPr>
            <p:ph idx="1"/>
            <p:extLst>
              <p:ext uri="{D42A27DB-BD31-4B8C-83A1-F6EECF244321}">
                <p14:modId xmlns:p14="http://schemas.microsoft.com/office/powerpoint/2010/main" val="7082877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18051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608A2D-5FD4-BAAE-A276-A92F541DD5FE}"/>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Integrating a Chatbot on Your Website</a:t>
            </a:r>
          </a:p>
        </p:txBody>
      </p:sp>
      <p:graphicFrame>
        <p:nvGraphicFramePr>
          <p:cNvPr id="5" name="Content Placeholder 2">
            <a:extLst>
              <a:ext uri="{FF2B5EF4-FFF2-40B4-BE49-F238E27FC236}">
                <a16:creationId xmlns:a16="http://schemas.microsoft.com/office/drawing/2014/main" id="{703B5AB6-5FAE-6E3D-F972-FA853141054A}"/>
              </a:ext>
            </a:extLst>
          </p:cNvPr>
          <p:cNvGraphicFramePr>
            <a:graphicFrameLocks noGrp="1"/>
          </p:cNvGraphicFramePr>
          <p:nvPr>
            <p:ph idx="1"/>
            <p:extLst>
              <p:ext uri="{D42A27DB-BD31-4B8C-83A1-F6EECF244321}">
                <p14:modId xmlns:p14="http://schemas.microsoft.com/office/powerpoint/2010/main" val="133732450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03024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3A91BE-4263-488E-B846-54DC76E61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355717D4-33C9-419C-8D9C-17C7079673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7" name="Rectangle 26">
            <a:extLst>
              <a:ext uri="{FF2B5EF4-FFF2-40B4-BE49-F238E27FC236}">
                <a16:creationId xmlns:a16="http://schemas.microsoft.com/office/drawing/2014/main" id="{DE152F22-1707-453C-8C48-6B5CDD242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A75FA67A-56F6-4164-8E1F-8D6AFD3F0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86593"/>
            <a:ext cx="12192000" cy="4280925"/>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2BEDC4-C891-E74A-177A-7DCB44106D4D}"/>
              </a:ext>
            </a:extLst>
          </p:cNvPr>
          <p:cNvSpPr>
            <a:spLocks noGrp="1"/>
          </p:cNvSpPr>
          <p:nvPr>
            <p:ph type="title"/>
          </p:nvPr>
        </p:nvSpPr>
        <p:spPr>
          <a:xfrm>
            <a:off x="1191965" y="1671570"/>
            <a:ext cx="9801854" cy="1667188"/>
          </a:xfrm>
        </p:spPr>
        <p:txBody>
          <a:bodyPr anchor="b">
            <a:normAutofit/>
          </a:bodyPr>
          <a:lstStyle/>
          <a:p>
            <a:pPr algn="ctr"/>
            <a:r>
              <a:rPr lang="en-US" sz="4800"/>
              <a:t>Today’s Resources</a:t>
            </a:r>
          </a:p>
        </p:txBody>
      </p:sp>
      <p:sp>
        <p:nvSpPr>
          <p:cNvPr id="3" name="Content Placeholder 2">
            <a:extLst>
              <a:ext uri="{FF2B5EF4-FFF2-40B4-BE49-F238E27FC236}">
                <a16:creationId xmlns:a16="http://schemas.microsoft.com/office/drawing/2014/main" id="{F1CA35F0-7D44-7579-69D3-ABA2368C400E}"/>
              </a:ext>
            </a:extLst>
          </p:cNvPr>
          <p:cNvSpPr>
            <a:spLocks noGrp="1"/>
          </p:cNvSpPr>
          <p:nvPr>
            <p:ph idx="1"/>
          </p:nvPr>
        </p:nvSpPr>
        <p:spPr>
          <a:xfrm>
            <a:off x="1191966" y="3510473"/>
            <a:ext cx="9801854" cy="1742564"/>
          </a:xfrm>
        </p:spPr>
        <p:txBody>
          <a:bodyPr anchor="t">
            <a:normAutofit/>
          </a:bodyPr>
          <a:lstStyle/>
          <a:p>
            <a:pPr marL="0" indent="0" algn="ctr">
              <a:buNone/>
            </a:pPr>
            <a:endParaRPr lang="en-US" sz="1800" dirty="0"/>
          </a:p>
          <a:p>
            <a:pPr marL="0" indent="0" algn="ctr">
              <a:buNone/>
            </a:pPr>
            <a:endParaRPr lang="en-US" sz="1800" dirty="0"/>
          </a:p>
          <a:p>
            <a:pPr marL="0" indent="0" algn="ctr">
              <a:buNone/>
            </a:pPr>
            <a:r>
              <a:rPr lang="en-US" sz="4800" dirty="0">
                <a:hlinkClick r:id="rId3"/>
              </a:rPr>
              <a:t>https://shorturl.at/j2uLE</a:t>
            </a:r>
            <a:r>
              <a:rPr lang="en-US" sz="4800" dirty="0"/>
              <a:t> </a:t>
            </a:r>
          </a:p>
        </p:txBody>
      </p:sp>
    </p:spTree>
    <p:extLst>
      <p:ext uri="{BB962C8B-B14F-4D97-AF65-F5344CB8AC3E}">
        <p14:creationId xmlns:p14="http://schemas.microsoft.com/office/powerpoint/2010/main" val="42422653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9" name="Rectangle 52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4" name="Google Shape;524;p45" descr="Image result for questions icon transparent"/>
          <p:cNvPicPr preferRelativeResize="0"/>
          <p:nvPr/>
        </p:nvPicPr>
        <p:blipFill rotWithShape="1">
          <a:blip r:embed="rId2"/>
          <a:stretch/>
        </p:blipFill>
        <p:spPr>
          <a:xfrm>
            <a:off x="3124200" y="457200"/>
            <a:ext cx="5943600" cy="5943600"/>
          </a:xfrm>
          <a:prstGeom prst="rect">
            <a:avLst/>
          </a:prstGeom>
          <a:noFill/>
        </p:spPr>
      </p:pic>
    </p:spTree>
    <p:extLst>
      <p:ext uri="{BB962C8B-B14F-4D97-AF65-F5344CB8AC3E}">
        <p14:creationId xmlns:p14="http://schemas.microsoft.com/office/powerpoint/2010/main" val="242290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1692</TotalTime>
  <Words>5641</Words>
  <Application>Microsoft Office PowerPoint</Application>
  <PresentationFormat>Widescreen</PresentationFormat>
  <Paragraphs>494</Paragraphs>
  <Slides>86</Slides>
  <Notes>26</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86</vt:i4>
      </vt:variant>
    </vt:vector>
  </HeadingPairs>
  <TitlesOfParts>
    <vt:vector size="98" baseType="lpstr">
      <vt:lpstr>-apple-system</vt:lpstr>
      <vt:lpstr>Aptos</vt:lpstr>
      <vt:lpstr>Aptos Display</vt:lpstr>
      <vt:lpstr>Arial</vt:lpstr>
      <vt:lpstr>Calibri</vt:lpstr>
      <vt:lpstr>Calibri Light</vt:lpstr>
      <vt:lpstr>Google Sans</vt:lpstr>
      <vt:lpstr>Helvetica</vt:lpstr>
      <vt:lpstr>Times New Roman</vt:lpstr>
      <vt:lpstr>Office Theme</vt:lpstr>
      <vt:lpstr>Metropolitan</vt:lpstr>
      <vt:lpstr>Acrobat Document</vt:lpstr>
      <vt:lpstr>PowerPoint Presentation</vt:lpstr>
      <vt:lpstr>Your Facilitator</vt:lpstr>
      <vt:lpstr>PowerPoint Presentation</vt:lpstr>
      <vt:lpstr>Agenda</vt:lpstr>
      <vt:lpstr>Today’s Resources</vt:lpstr>
      <vt:lpstr>AI Right Now</vt:lpstr>
      <vt:lpstr>AI Can or Can’t?</vt:lpstr>
      <vt:lpstr>AI Can or Can’t?</vt:lpstr>
      <vt:lpstr>AI Can or Can’t?</vt:lpstr>
      <vt:lpstr>AI Can or Can’t?</vt:lpstr>
      <vt:lpstr>AI Can or Can’t?</vt:lpstr>
      <vt:lpstr>AI Can or Can’t?</vt:lpstr>
      <vt:lpstr>PowerPoint Presentation</vt:lpstr>
      <vt:lpstr>Where Is Your Organization Now with the Implementation of AI?</vt:lpstr>
      <vt:lpstr>Stats</vt:lpstr>
      <vt:lpstr>AI Proficiency Report: Where Do You Rank?</vt:lpstr>
      <vt:lpstr>AI Skeptics</vt:lpstr>
      <vt:lpstr>AI Newcomers</vt:lpstr>
      <vt:lpstr>AI Experimenters</vt:lpstr>
      <vt:lpstr>AI Class</vt:lpstr>
      <vt:lpstr>The Biggest Drivers of AI Proficiency: The Organization</vt:lpstr>
      <vt:lpstr>PowerPoint Presentation</vt:lpstr>
      <vt:lpstr>Taking Chatbots to the Next Level</vt:lpstr>
      <vt:lpstr>PowerPoint Presentation</vt:lpstr>
      <vt:lpstr>Who’s Good at What?</vt:lpstr>
      <vt:lpstr>PowerPoint Presentation</vt:lpstr>
      <vt:lpstr>General Prompting Tips</vt:lpstr>
      <vt:lpstr>Chatbot Prompts to Use</vt:lpstr>
      <vt:lpstr>If You Ask It, It Will Come!</vt:lpstr>
      <vt:lpstr>Prompt Chaining</vt:lpstr>
      <vt:lpstr>Iterative Refinement</vt:lpstr>
      <vt:lpstr>Multi-Angle Problem Solving</vt:lpstr>
      <vt:lpstr>Prompt Chains and Bulk Prompting</vt:lpstr>
      <vt:lpstr>Prompt Chain Example: Create a How-To Guide</vt:lpstr>
      <vt:lpstr>Prompt Chain Example: Build an SEO-Optimized Blog Post</vt:lpstr>
      <vt:lpstr>Ways Chatbots Can Tailor Output Today</vt:lpstr>
      <vt:lpstr>PowerPoint Presentation</vt:lpstr>
      <vt:lpstr>PowerPoint Presentation</vt:lpstr>
      <vt:lpstr>PowerPoint Presentation</vt:lpstr>
      <vt:lpstr>Questions to Ask Board and Staff</vt:lpstr>
      <vt:lpstr>AI for Member Engagement and Recruitment</vt:lpstr>
      <vt:lpstr>AI for Marketing and Outreach</vt:lpstr>
      <vt:lpstr>AI for Event Planning and Management</vt:lpstr>
      <vt:lpstr>AI for Administrative Automation and Strategic Planning</vt:lpstr>
      <vt:lpstr>AI for Learning Design and Development</vt:lpstr>
      <vt:lpstr>AI for Skills-Based Learning</vt:lpstr>
      <vt:lpstr>AI for Content Accessibility</vt:lpstr>
      <vt:lpstr>PowerPoint Presentation</vt:lpstr>
      <vt:lpstr>More Organizational Uses of AI</vt:lpstr>
      <vt:lpstr>PowerPoint Presentation</vt:lpstr>
      <vt:lpstr>Tool Time!</vt:lpstr>
      <vt:lpstr>PowerPoint Presentation</vt:lpstr>
      <vt:lpstr>Pick One to Try and Share</vt:lpstr>
      <vt:lpstr>PowerPoint Presentation</vt:lpstr>
      <vt:lpstr>SHINE: Evaluating AI Tools for Your Organization</vt:lpstr>
      <vt:lpstr>PowerPoint Presentation</vt:lpstr>
      <vt:lpstr>Who Is Responsible for AI Use in Your Organization?</vt:lpstr>
      <vt:lpstr>Things to Consider for Your AI Policy</vt:lpstr>
      <vt:lpstr>Ethics/Fairness/Bias</vt:lpstr>
      <vt:lpstr>PowerPoint Presentation</vt:lpstr>
      <vt:lpstr>PowerPoint Presentation</vt:lpstr>
      <vt:lpstr>Organizational Use</vt:lpstr>
      <vt:lpstr>Questions to Answer</vt:lpstr>
      <vt:lpstr>What Your AI Policy Should Address</vt:lpstr>
      <vt:lpstr>Not a “Write It and File It” Policy</vt:lpstr>
      <vt:lpstr>PowerPoint Presentation</vt:lpstr>
      <vt:lpstr>Moving from Novel to Normal</vt:lpstr>
      <vt:lpstr> Challenges for Nonprofits Using AI</vt:lpstr>
      <vt:lpstr>PowerPoint Presentation</vt:lpstr>
      <vt:lpstr>PowerPoint Presentation</vt:lpstr>
      <vt:lpstr>Organizational AI Adoption Tracker</vt:lpstr>
      <vt:lpstr>Helping Novel Become Normal</vt:lpstr>
      <vt:lpstr>AI Notes from the ASAE 2024 Annual Meeting</vt:lpstr>
      <vt:lpstr>PowerPoint Presentation</vt:lpstr>
      <vt:lpstr>Next Steps</vt:lpstr>
      <vt:lpstr>PowerPoint Presentation</vt:lpstr>
      <vt:lpstr>Stay Current!!</vt:lpstr>
      <vt:lpstr>Supporting AI Resources</vt:lpstr>
      <vt:lpstr>Resources for Leaders</vt:lpstr>
      <vt:lpstr>Resources for Supporting Boards</vt:lpstr>
      <vt:lpstr>Resources for Policy Development</vt:lpstr>
      <vt:lpstr>Creating Your Own Chatbot</vt:lpstr>
      <vt:lpstr>Recommended Chatbot Platforms</vt:lpstr>
      <vt:lpstr>Integrating a Chatbot on Your Website</vt:lpstr>
      <vt:lpstr>Today’s 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Lori Gracey</dc:creator>
  <cp:lastModifiedBy>Lori Gracey</cp:lastModifiedBy>
  <cp:revision>116</cp:revision>
  <dcterms:created xsi:type="dcterms:W3CDTF">2024-08-05T12:45:38Z</dcterms:created>
  <dcterms:modified xsi:type="dcterms:W3CDTF">2024-09-09T19:05:15Z</dcterms:modified>
</cp:coreProperties>
</file>